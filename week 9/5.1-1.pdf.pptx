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24384000" cy="13716000"/>
  <p:notesSz cx="6858000" cy="9144000"/>
  <p:embeddedFontLst>
    <p:embeddedFont>
      <p:font typeface="Open Sans" charset="1" panose="020B0606030504020204"/>
      <p:regular r:id="rId40"/>
    </p:embeddedFont>
    <p:embeddedFont>
      <p:font typeface="IBM Plex Sans" charset="1" panose="020B0503050203000203"/>
      <p:regular r:id="rId41"/>
    </p:embeddedFont>
    <p:embeddedFont>
      <p:font typeface="Open Sans Bold" charset="1" panose="020B0806030504020204"/>
      <p:regular r:id="rId42"/>
    </p:embeddedFont>
    <p:embeddedFont>
      <p:font typeface="Canva Sans Bold" charset="1" panose="020B08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1529" y="5559447"/>
            <a:ext cx="14219758" cy="255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72"/>
              </a:lnSpc>
            </a:pPr>
            <a:r>
              <a:rPr lang="en-US" sz="11199" spc="11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5.1 | React Deep dive</a:t>
            </a:r>
          </a:p>
          <a:p>
            <a:pPr algn="ctr">
              <a:lnSpc>
                <a:spcPts val="13500"/>
              </a:lnSpc>
            </a:pPr>
            <a:r>
              <a:rPr lang="en-US" sz="54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Understanding React from examples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8933" y="4216422"/>
            <a:ext cx="16020259" cy="295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9"/>
              </a:lnSpc>
            </a:pPr>
            <a:r>
              <a:rPr lang="en-US" sz="11199" spc="1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Jargon we’ll learn today</a:t>
            </a:r>
          </a:p>
          <a:p>
            <a:pPr algn="r">
              <a:lnSpc>
                <a:spcPts val="5901"/>
              </a:lnSpc>
            </a:pPr>
            <a:r>
              <a:rPr lang="en-US" sz="496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Jsx, class vs className, static vs dynamic websites, 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10456" y="7174154"/>
            <a:ext cx="9346349" cy="75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96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State, components, re-rendering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02247" y="3716417"/>
            <a:ext cx="18351503" cy="8839200"/>
          </a:xfrm>
          <a:custGeom>
            <a:avLst/>
            <a:gdLst/>
            <a:ahLst/>
            <a:cxnLst/>
            <a:rect r="r" b="b" t="t" l="l"/>
            <a:pathLst>
              <a:path h="8839200" w="18351503">
                <a:moveTo>
                  <a:pt x="0" y="0"/>
                </a:moveTo>
                <a:lnTo>
                  <a:pt x="18351503" y="0"/>
                </a:lnTo>
                <a:lnTo>
                  <a:pt x="18351503" y="8839200"/>
                </a:lnTo>
                <a:lnTo>
                  <a:pt x="0" y="8839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4217" y="1147658"/>
            <a:ext cx="16825484" cy="199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11199" spc="11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do you need React?</a:t>
            </a:r>
          </a:p>
          <a:p>
            <a:pPr algn="ctr">
              <a:lnSpc>
                <a:spcPts val="75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static websites, you don’t!</a:t>
            </a:r>
          </a:p>
        </p:txBody>
      </p:sp>
      <p:sp>
        <p:nvSpPr>
          <p:cNvPr name="AutoShape 4" id="4"/>
          <p:cNvSpPr/>
          <p:nvPr/>
        </p:nvSpPr>
        <p:spPr>
          <a:xfrm>
            <a:off x="7863840" y="6858000"/>
            <a:ext cx="865632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6753" y="3847452"/>
            <a:ext cx="17970503" cy="9182100"/>
          </a:xfrm>
          <a:custGeom>
            <a:avLst/>
            <a:gdLst/>
            <a:ahLst/>
            <a:cxnLst/>
            <a:rect r="r" b="b" t="t" l="l"/>
            <a:pathLst>
              <a:path h="9182100" w="17970503">
                <a:moveTo>
                  <a:pt x="0" y="0"/>
                </a:moveTo>
                <a:lnTo>
                  <a:pt x="17970503" y="0"/>
                </a:lnTo>
                <a:lnTo>
                  <a:pt x="17970503" y="9182100"/>
                </a:lnTo>
                <a:lnTo>
                  <a:pt x="0" y="918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4217" y="1147658"/>
            <a:ext cx="16825484" cy="18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11199" spc="11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do you need React?</a:t>
            </a:r>
          </a:p>
          <a:p>
            <a:pPr algn="ctr">
              <a:lnSpc>
                <a:spcPts val="75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dynamic websites, these libraries make it easier to do DOM manipulation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470454" y="6159503"/>
            <a:ext cx="15443083" cy="3626739"/>
            <a:chOff x="0" y="0"/>
            <a:chExt cx="15443086" cy="3626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32"/>
              <a:ext cx="3639820" cy="3302064"/>
            </a:xfrm>
            <a:custGeom>
              <a:avLst/>
              <a:gdLst/>
              <a:ahLst/>
              <a:cxnLst/>
              <a:rect r="r" b="b" t="t" l="l"/>
              <a:pathLst>
                <a:path h="3302064" w="3639820">
                  <a:moveTo>
                    <a:pt x="3106801" y="483584"/>
                  </a:moveTo>
                  <a:cubicBezTo>
                    <a:pt x="3817493" y="1128363"/>
                    <a:pt x="3817493" y="2173700"/>
                    <a:pt x="3106801" y="2818479"/>
                  </a:cubicBezTo>
                  <a:cubicBezTo>
                    <a:pt x="2396109" y="3463258"/>
                    <a:pt x="1243711" y="3463258"/>
                    <a:pt x="533019" y="2818479"/>
                  </a:cubicBezTo>
                  <a:cubicBezTo>
                    <a:pt x="-177673" y="2173700"/>
                    <a:pt x="-177673" y="1128363"/>
                    <a:pt x="533019" y="483584"/>
                  </a:cubicBezTo>
                  <a:cubicBezTo>
                    <a:pt x="1243711" y="-161195"/>
                    <a:pt x="2396109" y="-161195"/>
                    <a:pt x="3106801" y="483584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746881" y="1886839"/>
              <a:ext cx="7761351" cy="50800"/>
            </a:xfrm>
            <a:custGeom>
              <a:avLst/>
              <a:gdLst/>
              <a:ahLst/>
              <a:cxnLst/>
              <a:rect r="r" b="b" t="t" l="l"/>
              <a:pathLst>
                <a:path h="50800" w="7761351">
                  <a:moveTo>
                    <a:pt x="0" y="0"/>
                  </a:moveTo>
                  <a:lnTo>
                    <a:pt x="7735951" y="0"/>
                  </a:lnTo>
                  <a:lnTo>
                    <a:pt x="7735951" y="25400"/>
                  </a:lnTo>
                  <a:lnTo>
                    <a:pt x="7735951" y="0"/>
                  </a:lnTo>
                  <a:lnTo>
                    <a:pt x="7761351" y="0"/>
                  </a:lnTo>
                  <a:lnTo>
                    <a:pt x="776135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482832" y="1805559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739753" y="261271"/>
              <a:ext cx="3639820" cy="3302063"/>
            </a:xfrm>
            <a:custGeom>
              <a:avLst/>
              <a:gdLst/>
              <a:ahLst/>
              <a:cxnLst/>
              <a:rect r="r" b="b" t="t" l="l"/>
              <a:pathLst>
                <a:path h="3302063" w="3639820">
                  <a:moveTo>
                    <a:pt x="3106801" y="483584"/>
                  </a:moveTo>
                  <a:cubicBezTo>
                    <a:pt x="3817493" y="1128363"/>
                    <a:pt x="3817493" y="2173700"/>
                    <a:pt x="3106801" y="2818479"/>
                  </a:cubicBezTo>
                  <a:cubicBezTo>
                    <a:pt x="2396110" y="3463258"/>
                    <a:pt x="1243711" y="3463258"/>
                    <a:pt x="533019" y="2818479"/>
                  </a:cubicBezTo>
                  <a:cubicBezTo>
                    <a:pt x="-177673" y="2173700"/>
                    <a:pt x="-177673" y="1128363"/>
                    <a:pt x="533019" y="483584"/>
                  </a:cubicBezTo>
                  <a:cubicBezTo>
                    <a:pt x="1243711" y="-161195"/>
                    <a:pt x="2396108" y="-161195"/>
                    <a:pt x="3106801" y="483584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13026" y="501044"/>
            <a:ext cx="20777178" cy="18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8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 is just an easier way to write normal HTML/CSS/JS It’s a new syntax, that under the hood gets converted to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5015" y="2380640"/>
            <a:ext cx="5195849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HTML/CSS/JS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4173" y="7595416"/>
            <a:ext cx="1121302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71607" y="7791174"/>
            <a:ext cx="2771118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HTML/CSS/JS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0034" y="7387238"/>
            <a:ext cx="255401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 run build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01315" y="6159503"/>
            <a:ext cx="18612231" cy="3626739"/>
            <a:chOff x="0" y="0"/>
            <a:chExt cx="18612231" cy="3626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615046" y="63532"/>
              <a:ext cx="3639821" cy="3302064"/>
            </a:xfrm>
            <a:custGeom>
              <a:avLst/>
              <a:gdLst/>
              <a:ahLst/>
              <a:cxnLst/>
              <a:rect r="r" b="b" t="t" l="l"/>
              <a:pathLst>
                <a:path h="3302064" w="3639821">
                  <a:moveTo>
                    <a:pt x="3106802" y="483584"/>
                  </a:moveTo>
                  <a:cubicBezTo>
                    <a:pt x="3817494" y="1128363"/>
                    <a:pt x="3817494" y="2173700"/>
                    <a:pt x="3106802" y="2818479"/>
                  </a:cubicBezTo>
                  <a:cubicBezTo>
                    <a:pt x="2396110" y="3463258"/>
                    <a:pt x="1243712" y="3463258"/>
                    <a:pt x="533019" y="2818479"/>
                  </a:cubicBezTo>
                  <a:cubicBezTo>
                    <a:pt x="-177673" y="2173700"/>
                    <a:pt x="-177673" y="1128363"/>
                    <a:pt x="533019" y="483584"/>
                  </a:cubicBezTo>
                  <a:cubicBezTo>
                    <a:pt x="1243712" y="-161195"/>
                    <a:pt x="2396110" y="-161195"/>
                    <a:pt x="3106802" y="483584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98428" y="1886839"/>
              <a:ext cx="3378961" cy="50800"/>
            </a:xfrm>
            <a:custGeom>
              <a:avLst/>
              <a:gdLst/>
              <a:ahLst/>
              <a:cxnLst/>
              <a:rect r="r" b="b" t="t" l="l"/>
              <a:pathLst>
                <a:path h="50800" w="3378961">
                  <a:moveTo>
                    <a:pt x="0" y="0"/>
                  </a:moveTo>
                  <a:lnTo>
                    <a:pt x="3353561" y="0"/>
                  </a:lnTo>
                  <a:lnTo>
                    <a:pt x="3353561" y="25400"/>
                  </a:lnTo>
                  <a:lnTo>
                    <a:pt x="3353561" y="0"/>
                  </a:lnTo>
                  <a:lnTo>
                    <a:pt x="3378961" y="0"/>
                  </a:lnTo>
                  <a:lnTo>
                    <a:pt x="33789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651989" y="1805559"/>
              <a:ext cx="213361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1">
                  <a:moveTo>
                    <a:pt x="0" y="213360"/>
                  </a:moveTo>
                  <a:lnTo>
                    <a:pt x="213361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908911" y="261271"/>
              <a:ext cx="3639820" cy="3302063"/>
            </a:xfrm>
            <a:custGeom>
              <a:avLst/>
              <a:gdLst/>
              <a:ahLst/>
              <a:cxnLst/>
              <a:rect r="r" b="b" t="t" l="l"/>
              <a:pathLst>
                <a:path h="3302063" w="3639820">
                  <a:moveTo>
                    <a:pt x="3106802" y="483584"/>
                  </a:moveTo>
                  <a:cubicBezTo>
                    <a:pt x="3817493" y="1128363"/>
                    <a:pt x="3817493" y="2173700"/>
                    <a:pt x="3106802" y="2818479"/>
                  </a:cubicBezTo>
                  <a:cubicBezTo>
                    <a:pt x="2396110" y="3463258"/>
                    <a:pt x="1243712" y="3463258"/>
                    <a:pt x="533019" y="2818479"/>
                  </a:cubicBezTo>
                  <a:cubicBezTo>
                    <a:pt x="-177674" y="2173700"/>
                    <a:pt x="-177672" y="1128363"/>
                    <a:pt x="533019" y="483584"/>
                  </a:cubicBezTo>
                  <a:cubicBezTo>
                    <a:pt x="1243711" y="-161195"/>
                    <a:pt x="2396109" y="-161195"/>
                    <a:pt x="3106802" y="483584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32"/>
              <a:ext cx="3639820" cy="3302064"/>
            </a:xfrm>
            <a:custGeom>
              <a:avLst/>
              <a:gdLst/>
              <a:ahLst/>
              <a:cxnLst/>
              <a:rect r="r" b="b" t="t" l="l"/>
              <a:pathLst>
                <a:path h="3302064" w="3639820">
                  <a:moveTo>
                    <a:pt x="3106801" y="483584"/>
                  </a:moveTo>
                  <a:cubicBezTo>
                    <a:pt x="3817493" y="1128363"/>
                    <a:pt x="3817493" y="2173700"/>
                    <a:pt x="3106801" y="2818479"/>
                  </a:cubicBezTo>
                  <a:cubicBezTo>
                    <a:pt x="2396109" y="3463258"/>
                    <a:pt x="1243711" y="3463258"/>
                    <a:pt x="533019" y="2818479"/>
                  </a:cubicBezTo>
                  <a:cubicBezTo>
                    <a:pt x="-177673" y="2173700"/>
                    <a:pt x="-177673" y="1128363"/>
                    <a:pt x="533019" y="483584"/>
                  </a:cubicBezTo>
                  <a:cubicBezTo>
                    <a:pt x="1243711" y="-161195"/>
                    <a:pt x="2396109" y="-161195"/>
                    <a:pt x="3106801" y="483584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09543" y="1689100"/>
              <a:ext cx="3724910" cy="50800"/>
            </a:xfrm>
            <a:custGeom>
              <a:avLst/>
              <a:gdLst/>
              <a:ahLst/>
              <a:cxnLst/>
              <a:rect r="r" b="b" t="t" l="l"/>
              <a:pathLst>
                <a:path h="50800" w="3724910">
                  <a:moveTo>
                    <a:pt x="0" y="0"/>
                  </a:moveTo>
                  <a:lnTo>
                    <a:pt x="3699510" y="0"/>
                  </a:lnTo>
                  <a:lnTo>
                    <a:pt x="3699510" y="25400"/>
                  </a:lnTo>
                  <a:lnTo>
                    <a:pt x="3699510" y="0"/>
                  </a:lnTo>
                  <a:lnTo>
                    <a:pt x="3724910" y="0"/>
                  </a:lnTo>
                  <a:lnTo>
                    <a:pt x="372491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408926" y="160782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0623" y="1440847"/>
            <a:ext cx="18028082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Just how ChatGPT is an easier way to write code,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59452" y="2380640"/>
            <a:ext cx="15162400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 is an easier way to write HTML/CSS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30425" y="7600521"/>
            <a:ext cx="1742675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86549" y="7595416"/>
            <a:ext cx="1121302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71607" y="7791174"/>
            <a:ext cx="2771118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HTML/CSS/JS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1232" y="7424690"/>
            <a:ext cx="255401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 run build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7544" y="2275865"/>
            <a:ext cx="4333894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React?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9911" y="6027868"/>
            <a:ext cx="22379835" cy="186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People realised it’s harder to do DOM manipulation the conventional way There were libraries that came into the picture that made it slightly easy, but still for a very big app it’s very hard (JQuery) Eventually, VueJS/React created a new syntax to do frontends Under the hood, the react compiler convert your code to HTML/CSS/JS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8166" y="4449432"/>
            <a:ext cx="12479274" cy="6376340"/>
          </a:xfrm>
          <a:custGeom>
            <a:avLst/>
            <a:gdLst/>
            <a:ahLst/>
            <a:cxnLst/>
            <a:rect r="r" b="b" t="t" l="l"/>
            <a:pathLst>
              <a:path h="6376340" w="12479274">
                <a:moveTo>
                  <a:pt x="0" y="0"/>
                </a:moveTo>
                <a:lnTo>
                  <a:pt x="12479274" y="0"/>
                </a:lnTo>
                <a:lnTo>
                  <a:pt x="12479274" y="6376340"/>
                </a:lnTo>
                <a:lnTo>
                  <a:pt x="0" y="63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77050" y="1245822"/>
            <a:ext cx="10842498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look at a simple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1454" y="6215148"/>
            <a:ext cx="9980666" cy="1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with this approach 1.Too much code you have to write as the developer 2.As your app scales (todo app for eg), this gets 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076" y="7624848"/>
            <a:ext cx="3398091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harder and harder.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9513" y="12874571"/>
            <a:ext cx="1261227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https://gist.github.com/hkirat/0c22122a9485d4d592b92677570e6be8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66073" y="1245822"/>
            <a:ext cx="658088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Some react jargon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2520" y="1245822"/>
            <a:ext cx="11728942" cy="183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Some react jargon</a:t>
            </a:r>
          </a:p>
          <a:p>
            <a:pPr algn="ctr">
              <a:lnSpc>
                <a:spcPts val="4200"/>
              </a:lnSpc>
            </a:pPr>
            <a:r>
              <a:rPr lang="en-US" sz="3000" spc="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create a react app, you usually need to worry about two things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897201" y="6709934"/>
            <a:ext cx="3383785" cy="3283934"/>
            <a:chOff x="0" y="0"/>
            <a:chExt cx="3383788" cy="3283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" y="32"/>
              <a:ext cx="3383804" cy="3283902"/>
            </a:xfrm>
            <a:custGeom>
              <a:avLst/>
              <a:gdLst/>
              <a:ahLst/>
              <a:cxnLst/>
              <a:rect r="r" b="b" t="t" l="l"/>
              <a:pathLst>
                <a:path h="3283902" w="3383804">
                  <a:moveTo>
                    <a:pt x="2888218" y="480917"/>
                  </a:moveTo>
                  <a:cubicBezTo>
                    <a:pt x="3548999" y="1122140"/>
                    <a:pt x="3548999" y="2161762"/>
                    <a:pt x="2888218" y="2802985"/>
                  </a:cubicBezTo>
                  <a:cubicBezTo>
                    <a:pt x="2227437" y="3444208"/>
                    <a:pt x="1156192" y="3444208"/>
                    <a:pt x="495538" y="2802985"/>
                  </a:cubicBezTo>
                  <a:cubicBezTo>
                    <a:pt x="-165116" y="2161762"/>
                    <a:pt x="-165243" y="1122140"/>
                    <a:pt x="495538" y="480917"/>
                  </a:cubicBezTo>
                  <a:cubicBezTo>
                    <a:pt x="1156319" y="-160306"/>
                    <a:pt x="2227564" y="-160306"/>
                    <a:pt x="2888218" y="480917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478393" y="6709934"/>
            <a:ext cx="3383785" cy="3283934"/>
            <a:chOff x="0" y="0"/>
            <a:chExt cx="3383788" cy="3283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" y="32"/>
              <a:ext cx="3383804" cy="3283902"/>
            </a:xfrm>
            <a:custGeom>
              <a:avLst/>
              <a:gdLst/>
              <a:ahLst/>
              <a:cxnLst/>
              <a:rect r="r" b="b" t="t" l="l"/>
              <a:pathLst>
                <a:path h="3283902" w="3383804">
                  <a:moveTo>
                    <a:pt x="2888218" y="480917"/>
                  </a:moveTo>
                  <a:cubicBezTo>
                    <a:pt x="3548999" y="1122140"/>
                    <a:pt x="3548999" y="2161762"/>
                    <a:pt x="2888218" y="2802985"/>
                  </a:cubicBezTo>
                  <a:cubicBezTo>
                    <a:pt x="2227437" y="3444208"/>
                    <a:pt x="1156192" y="3444208"/>
                    <a:pt x="495538" y="2802985"/>
                  </a:cubicBezTo>
                  <a:cubicBezTo>
                    <a:pt x="-165116" y="2161762"/>
                    <a:pt x="-165243" y="1122140"/>
                    <a:pt x="495538" y="480917"/>
                  </a:cubicBezTo>
                  <a:cubicBezTo>
                    <a:pt x="1156319" y="-160306"/>
                    <a:pt x="2227564" y="-160306"/>
                    <a:pt x="2888218" y="480917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096113" y="8082048"/>
            <a:ext cx="1005650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62244" y="8078476"/>
            <a:ext cx="2464365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2520" y="1245822"/>
            <a:ext cx="11728942" cy="183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Some react jargon</a:t>
            </a:r>
          </a:p>
          <a:p>
            <a:pPr algn="ctr">
              <a:lnSpc>
                <a:spcPts val="4200"/>
              </a:lnSpc>
            </a:pPr>
            <a:r>
              <a:rPr lang="en-US" sz="3000" spc="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create a react app, you usually need to worry about two things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897201" y="6709934"/>
            <a:ext cx="3383785" cy="3283934"/>
            <a:chOff x="0" y="0"/>
            <a:chExt cx="3383788" cy="3283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" y="32"/>
              <a:ext cx="3383804" cy="3283902"/>
            </a:xfrm>
            <a:custGeom>
              <a:avLst/>
              <a:gdLst/>
              <a:ahLst/>
              <a:cxnLst/>
              <a:rect r="r" b="b" t="t" l="l"/>
              <a:pathLst>
                <a:path h="3283902" w="3383804">
                  <a:moveTo>
                    <a:pt x="2888218" y="480917"/>
                  </a:moveTo>
                  <a:cubicBezTo>
                    <a:pt x="3548999" y="1122140"/>
                    <a:pt x="3548999" y="2161762"/>
                    <a:pt x="2888218" y="2802985"/>
                  </a:cubicBezTo>
                  <a:cubicBezTo>
                    <a:pt x="2227437" y="3444208"/>
                    <a:pt x="1156192" y="3444208"/>
                    <a:pt x="495538" y="2802985"/>
                  </a:cubicBezTo>
                  <a:cubicBezTo>
                    <a:pt x="-165116" y="2161762"/>
                    <a:pt x="-165243" y="1122140"/>
                    <a:pt x="495538" y="480917"/>
                  </a:cubicBezTo>
                  <a:cubicBezTo>
                    <a:pt x="1156319" y="-160306"/>
                    <a:pt x="2227564" y="-160306"/>
                    <a:pt x="2888218" y="480917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478393" y="6709934"/>
            <a:ext cx="3383785" cy="3283934"/>
            <a:chOff x="0" y="0"/>
            <a:chExt cx="3383788" cy="3283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" y="32"/>
              <a:ext cx="3383804" cy="3283902"/>
            </a:xfrm>
            <a:custGeom>
              <a:avLst/>
              <a:gdLst/>
              <a:ahLst/>
              <a:cxnLst/>
              <a:rect r="r" b="b" t="t" l="l"/>
              <a:pathLst>
                <a:path h="3283902" w="3383804">
                  <a:moveTo>
                    <a:pt x="2888218" y="480917"/>
                  </a:moveTo>
                  <a:cubicBezTo>
                    <a:pt x="3548999" y="1122140"/>
                    <a:pt x="3548999" y="2161762"/>
                    <a:pt x="2888218" y="2802985"/>
                  </a:cubicBezTo>
                  <a:cubicBezTo>
                    <a:pt x="2227437" y="3444208"/>
                    <a:pt x="1156192" y="3444208"/>
                    <a:pt x="495538" y="2802985"/>
                  </a:cubicBezTo>
                  <a:cubicBezTo>
                    <a:pt x="-165116" y="2161762"/>
                    <a:pt x="-165243" y="1122140"/>
                    <a:pt x="495538" y="480917"/>
                  </a:cubicBezTo>
                  <a:cubicBezTo>
                    <a:pt x="1156319" y="-160306"/>
                    <a:pt x="2227564" y="-160306"/>
                    <a:pt x="2888218" y="480917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096113" y="8082048"/>
            <a:ext cx="1005650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62244" y="8078476"/>
            <a:ext cx="2464365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2520" y="2254291"/>
            <a:ext cx="11728942" cy="82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 spc="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create a react app, you usually need to worry about two things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7789" y="3376889"/>
            <a:ext cx="17640233" cy="82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 spc="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Creators of frontend frameworks realised that all websites can effectively be divided into two parts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6073" y="1245822"/>
            <a:ext cx="658088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Some react jargon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429000" y="5642429"/>
            <a:ext cx="6294110" cy="5815879"/>
            <a:chOff x="0" y="0"/>
            <a:chExt cx="6294107" cy="5815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" y="-64"/>
              <a:ext cx="6294056" cy="5815965"/>
            </a:xfrm>
            <a:custGeom>
              <a:avLst/>
              <a:gdLst/>
              <a:ahLst/>
              <a:cxnLst/>
              <a:rect r="r" b="b" t="t" l="l"/>
              <a:pathLst>
                <a:path h="5815965" w="6294056">
                  <a:moveTo>
                    <a:pt x="5372322" y="851726"/>
                  </a:moveTo>
                  <a:cubicBezTo>
                    <a:pt x="6601301" y="1987360"/>
                    <a:pt x="6601301" y="3828606"/>
                    <a:pt x="5372322" y="4964240"/>
                  </a:cubicBezTo>
                  <a:cubicBezTo>
                    <a:pt x="4143343" y="6099874"/>
                    <a:pt x="2150713" y="6099874"/>
                    <a:pt x="921734" y="4964240"/>
                  </a:cubicBezTo>
                  <a:cubicBezTo>
                    <a:pt x="-307245" y="3828606"/>
                    <a:pt x="-307245" y="1987360"/>
                    <a:pt x="921734" y="851726"/>
                  </a:cubicBezTo>
                  <a:cubicBezTo>
                    <a:pt x="2150713" y="-283908"/>
                    <a:pt x="4143343" y="-283908"/>
                    <a:pt x="5372322" y="851726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3056" y="8271300"/>
            <a:ext cx="1005650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37318" y="6361243"/>
            <a:ext cx="9854622" cy="82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 object that represents the current </a:t>
            </a:r>
            <a:r>
              <a:rPr lang="en-US" b="true" sz="3000" spc="30">
                <a:solidFill>
                  <a:srgbClr val="F8BA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</a:t>
            </a: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of the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18905" y="7348757"/>
            <a:ext cx="12040219" cy="176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 represents the dynamic things in your app (things that change) For example, the value of the counter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7739" y="7375408"/>
            <a:ext cx="7640555" cy="2852128"/>
          </a:xfrm>
          <a:custGeom>
            <a:avLst/>
            <a:gdLst/>
            <a:ahLst/>
            <a:cxnLst/>
            <a:rect r="r" b="b" t="t" l="l"/>
            <a:pathLst>
              <a:path h="2852128" w="7640555">
                <a:moveTo>
                  <a:pt x="0" y="0"/>
                </a:moveTo>
                <a:lnTo>
                  <a:pt x="7640555" y="0"/>
                </a:lnTo>
                <a:lnTo>
                  <a:pt x="7640555" y="2852127"/>
                </a:lnTo>
                <a:lnTo>
                  <a:pt x="0" y="285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8173" y="5406761"/>
            <a:ext cx="6357585" cy="6789420"/>
          </a:xfrm>
          <a:custGeom>
            <a:avLst/>
            <a:gdLst/>
            <a:ahLst/>
            <a:cxnLst/>
            <a:rect r="r" b="b" t="t" l="l"/>
            <a:pathLst>
              <a:path h="6789420" w="6357585">
                <a:moveTo>
                  <a:pt x="0" y="0"/>
                </a:moveTo>
                <a:lnTo>
                  <a:pt x="6357585" y="0"/>
                </a:lnTo>
                <a:lnTo>
                  <a:pt x="6357585" y="6789420"/>
                </a:lnTo>
                <a:lnTo>
                  <a:pt x="0" y="678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51402" y="6005770"/>
            <a:ext cx="1013792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the counter app, it could look something like this -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165" y="8581168"/>
            <a:ext cx="10307193" cy="1123321"/>
          </a:xfrm>
          <a:custGeom>
            <a:avLst/>
            <a:gdLst/>
            <a:ahLst/>
            <a:cxnLst/>
            <a:rect r="r" b="b" t="t" l="l"/>
            <a:pathLst>
              <a:path h="1123321" w="10307193">
                <a:moveTo>
                  <a:pt x="0" y="0"/>
                </a:moveTo>
                <a:lnTo>
                  <a:pt x="10307193" y="0"/>
                </a:lnTo>
                <a:lnTo>
                  <a:pt x="10307193" y="1123321"/>
                </a:lnTo>
                <a:lnTo>
                  <a:pt x="0" y="112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6863" y="6642097"/>
            <a:ext cx="6009018" cy="4648200"/>
          </a:xfrm>
          <a:custGeom>
            <a:avLst/>
            <a:gdLst/>
            <a:ahLst/>
            <a:cxnLst/>
            <a:rect r="r" b="b" t="t" l="l"/>
            <a:pathLst>
              <a:path h="4648200" w="6009018">
                <a:moveTo>
                  <a:pt x="0" y="0"/>
                </a:moveTo>
                <a:lnTo>
                  <a:pt x="6009018" y="0"/>
                </a:lnTo>
                <a:lnTo>
                  <a:pt x="6009018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95554" y="4690386"/>
            <a:ext cx="1039674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the LinkedIn Topbar, it could be something like this 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357399" y="6091904"/>
            <a:ext cx="5954878" cy="5383092"/>
            <a:chOff x="0" y="0"/>
            <a:chExt cx="5954878" cy="5383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8" y="-48"/>
              <a:ext cx="5954855" cy="5383117"/>
            </a:xfrm>
            <a:custGeom>
              <a:avLst/>
              <a:gdLst/>
              <a:ahLst/>
              <a:cxnLst/>
              <a:rect r="r" b="b" t="t" l="l"/>
              <a:pathLst>
                <a:path h="5383117" w="5954855">
                  <a:moveTo>
                    <a:pt x="5082746" y="788337"/>
                  </a:moveTo>
                  <a:cubicBezTo>
                    <a:pt x="6245558" y="1839389"/>
                    <a:pt x="6245558" y="3543602"/>
                    <a:pt x="5082746" y="4594781"/>
                  </a:cubicBezTo>
                  <a:cubicBezTo>
                    <a:pt x="3919934" y="5645960"/>
                    <a:pt x="2034746" y="5645833"/>
                    <a:pt x="872061" y="4594781"/>
                  </a:cubicBezTo>
                  <a:cubicBezTo>
                    <a:pt x="-290624" y="3543729"/>
                    <a:pt x="-290751" y="1839516"/>
                    <a:pt x="872061" y="788337"/>
                  </a:cubicBezTo>
                  <a:cubicBezTo>
                    <a:pt x="2034873" y="-262842"/>
                    <a:pt x="3920061" y="-262715"/>
                    <a:pt x="5082746" y="788337"/>
                  </a:cubicBezTo>
                  <a:close/>
                </a:path>
              </a:pathLst>
            </a:custGeom>
            <a:solidFill>
              <a:srgbClr val="00A2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26735" y="8502739"/>
            <a:ext cx="2464365" cy="54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10210" y="6797411"/>
            <a:ext cx="9139952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a DOM element should render, given a state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61979" y="7267318"/>
            <a:ext cx="12802305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 is a re-usable, dynamic, HTML snippet that changes given the state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33185" y="1258519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6318" y="5313121"/>
            <a:ext cx="6357585" cy="6789420"/>
          </a:xfrm>
          <a:custGeom>
            <a:avLst/>
            <a:gdLst/>
            <a:ahLst/>
            <a:cxnLst/>
            <a:rect r="r" b="b" t="t" l="l"/>
            <a:pathLst>
              <a:path h="6789420" w="6357585">
                <a:moveTo>
                  <a:pt x="0" y="0"/>
                </a:moveTo>
                <a:lnTo>
                  <a:pt x="6357585" y="0"/>
                </a:lnTo>
                <a:lnTo>
                  <a:pt x="6357585" y="6789420"/>
                </a:lnTo>
                <a:lnTo>
                  <a:pt x="0" y="6789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046453" y="5448376"/>
            <a:ext cx="5629313" cy="1227096"/>
            <a:chOff x="0" y="0"/>
            <a:chExt cx="5629313" cy="12270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5322062" cy="1024636"/>
            </a:xfrm>
            <a:custGeom>
              <a:avLst/>
              <a:gdLst/>
              <a:ahLst/>
              <a:cxnLst/>
              <a:rect r="r" b="b" t="t" l="l"/>
              <a:pathLst>
                <a:path h="1024636" w="5322062">
                  <a:moveTo>
                    <a:pt x="9144" y="0"/>
                  </a:moveTo>
                  <a:lnTo>
                    <a:pt x="5297043" y="970153"/>
                  </a:lnTo>
                  <a:lnTo>
                    <a:pt x="5292471" y="995172"/>
                  </a:lnTo>
                  <a:lnTo>
                    <a:pt x="5297043" y="970153"/>
                  </a:lnTo>
                  <a:lnTo>
                    <a:pt x="5322062" y="974725"/>
                  </a:lnTo>
                  <a:lnTo>
                    <a:pt x="5312918" y="1024636"/>
                  </a:lnTo>
                  <a:lnTo>
                    <a:pt x="0" y="499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336667" y="953770"/>
              <a:ext cx="229108" cy="209804"/>
            </a:xfrm>
            <a:custGeom>
              <a:avLst/>
              <a:gdLst/>
              <a:ahLst/>
              <a:cxnLst/>
              <a:rect r="r" b="b" t="t" l="l"/>
              <a:pathLst>
                <a:path h="209804" w="229108">
                  <a:moveTo>
                    <a:pt x="0" y="209804"/>
                  </a:moveTo>
                  <a:lnTo>
                    <a:pt x="229108" y="143383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617" y="4652200"/>
            <a:ext cx="8162182" cy="92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button is a component It takes the state (currentCount) as an input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9815" y="5591994"/>
            <a:ext cx="7145941" cy="45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 is supposed to render accordingly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0208" y="9555032"/>
            <a:ext cx="16572662" cy="1806150"/>
          </a:xfrm>
          <a:custGeom>
            <a:avLst/>
            <a:gdLst/>
            <a:ahLst/>
            <a:cxnLst/>
            <a:rect r="r" b="b" t="t" l="l"/>
            <a:pathLst>
              <a:path h="1806150" w="16572662">
                <a:moveTo>
                  <a:pt x="0" y="0"/>
                </a:moveTo>
                <a:lnTo>
                  <a:pt x="16572661" y="0"/>
                </a:lnTo>
                <a:lnTo>
                  <a:pt x="16572661" y="1806150"/>
                </a:lnTo>
                <a:lnTo>
                  <a:pt x="0" y="1806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950606" y="9733693"/>
            <a:ext cx="12022465" cy="1448829"/>
            <a:chOff x="0" y="0"/>
            <a:chExt cx="12022468" cy="14488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4006" y="64006"/>
              <a:ext cx="2177799" cy="1320803"/>
            </a:xfrm>
            <a:custGeom>
              <a:avLst/>
              <a:gdLst/>
              <a:ahLst/>
              <a:cxnLst/>
              <a:rect r="r" b="b" t="t" l="l"/>
              <a:pathLst>
                <a:path h="1320803" w="2177799">
                  <a:moveTo>
                    <a:pt x="316613" y="2"/>
                  </a:moveTo>
                  <a:lnTo>
                    <a:pt x="1861187" y="2"/>
                  </a:lnTo>
                  <a:lnTo>
                    <a:pt x="1861187" y="25402"/>
                  </a:lnTo>
                  <a:lnTo>
                    <a:pt x="1861187" y="2"/>
                  </a:lnTo>
                  <a:cubicBezTo>
                    <a:pt x="1943864" y="2"/>
                    <a:pt x="2001776" y="-506"/>
                    <a:pt x="2041908" y="16258"/>
                  </a:cubicBezTo>
                  <a:lnTo>
                    <a:pt x="2032129" y="39753"/>
                  </a:lnTo>
                  <a:lnTo>
                    <a:pt x="2040765" y="15877"/>
                  </a:lnTo>
                  <a:cubicBezTo>
                    <a:pt x="2097153" y="36324"/>
                    <a:pt x="2141476" y="80774"/>
                    <a:pt x="2161923" y="137035"/>
                  </a:cubicBezTo>
                  <a:lnTo>
                    <a:pt x="2138047" y="145671"/>
                  </a:lnTo>
                  <a:lnTo>
                    <a:pt x="2161542" y="135892"/>
                  </a:lnTo>
                  <a:cubicBezTo>
                    <a:pt x="2178306" y="176024"/>
                    <a:pt x="2177798" y="233936"/>
                    <a:pt x="2177798" y="316613"/>
                  </a:cubicBezTo>
                  <a:lnTo>
                    <a:pt x="2152398" y="316613"/>
                  </a:lnTo>
                  <a:lnTo>
                    <a:pt x="2177798" y="316613"/>
                  </a:lnTo>
                  <a:lnTo>
                    <a:pt x="2177798" y="1004191"/>
                  </a:lnTo>
                  <a:lnTo>
                    <a:pt x="2152398" y="1004191"/>
                  </a:lnTo>
                  <a:lnTo>
                    <a:pt x="2177798" y="1004191"/>
                  </a:lnTo>
                  <a:cubicBezTo>
                    <a:pt x="2177798" y="1086868"/>
                    <a:pt x="2178306" y="1144780"/>
                    <a:pt x="2161542" y="1184912"/>
                  </a:cubicBezTo>
                  <a:lnTo>
                    <a:pt x="2138047" y="1175133"/>
                  </a:lnTo>
                  <a:lnTo>
                    <a:pt x="2161923" y="1183769"/>
                  </a:lnTo>
                  <a:cubicBezTo>
                    <a:pt x="2141476" y="1240157"/>
                    <a:pt x="2097026" y="1284480"/>
                    <a:pt x="2040765" y="1304927"/>
                  </a:cubicBezTo>
                  <a:lnTo>
                    <a:pt x="2032129" y="1281051"/>
                  </a:lnTo>
                  <a:lnTo>
                    <a:pt x="2041908" y="1304546"/>
                  </a:lnTo>
                  <a:cubicBezTo>
                    <a:pt x="2001776" y="1321310"/>
                    <a:pt x="1943864" y="1320802"/>
                    <a:pt x="1861187" y="1320802"/>
                  </a:cubicBezTo>
                  <a:lnTo>
                    <a:pt x="316613" y="1320802"/>
                  </a:lnTo>
                  <a:cubicBezTo>
                    <a:pt x="233936" y="1320802"/>
                    <a:pt x="176024" y="1321310"/>
                    <a:pt x="135892" y="1304546"/>
                  </a:cubicBezTo>
                  <a:lnTo>
                    <a:pt x="145671" y="1281051"/>
                  </a:lnTo>
                  <a:lnTo>
                    <a:pt x="137035" y="1304927"/>
                  </a:lnTo>
                  <a:cubicBezTo>
                    <a:pt x="80647" y="1284480"/>
                    <a:pt x="36324" y="1240030"/>
                    <a:pt x="15877" y="1183769"/>
                  </a:cubicBezTo>
                  <a:lnTo>
                    <a:pt x="39753" y="1175133"/>
                  </a:lnTo>
                  <a:lnTo>
                    <a:pt x="16258" y="1184912"/>
                  </a:lnTo>
                  <a:cubicBezTo>
                    <a:pt x="-506" y="1144780"/>
                    <a:pt x="2" y="1086868"/>
                    <a:pt x="2" y="1004191"/>
                  </a:cubicBezTo>
                  <a:lnTo>
                    <a:pt x="25402" y="1004191"/>
                  </a:lnTo>
                  <a:lnTo>
                    <a:pt x="2" y="1004191"/>
                  </a:lnTo>
                  <a:lnTo>
                    <a:pt x="2" y="316613"/>
                  </a:lnTo>
                  <a:lnTo>
                    <a:pt x="25402" y="316613"/>
                  </a:lnTo>
                  <a:lnTo>
                    <a:pt x="2" y="316613"/>
                  </a:lnTo>
                  <a:cubicBezTo>
                    <a:pt x="2" y="233936"/>
                    <a:pt x="-506" y="176024"/>
                    <a:pt x="16258" y="135892"/>
                  </a:cubicBezTo>
                  <a:lnTo>
                    <a:pt x="39753" y="145671"/>
                  </a:lnTo>
                  <a:lnTo>
                    <a:pt x="15877" y="137035"/>
                  </a:lnTo>
                  <a:cubicBezTo>
                    <a:pt x="36324" y="80647"/>
                    <a:pt x="80774" y="36324"/>
                    <a:pt x="137035" y="15877"/>
                  </a:cubicBezTo>
                  <a:lnTo>
                    <a:pt x="145671" y="39753"/>
                  </a:lnTo>
                  <a:lnTo>
                    <a:pt x="135892" y="16258"/>
                  </a:lnTo>
                  <a:cubicBezTo>
                    <a:pt x="176024" y="-506"/>
                    <a:pt x="233936" y="2"/>
                    <a:pt x="316613" y="2"/>
                  </a:cubicBezTo>
                  <a:lnTo>
                    <a:pt x="316613" y="25402"/>
                  </a:lnTo>
                  <a:lnTo>
                    <a:pt x="316613" y="2"/>
                  </a:lnTo>
                  <a:moveTo>
                    <a:pt x="316613" y="50802"/>
                  </a:moveTo>
                  <a:cubicBezTo>
                    <a:pt x="228348" y="50802"/>
                    <a:pt x="183771" y="51310"/>
                    <a:pt x="155450" y="63121"/>
                  </a:cubicBezTo>
                  <a:lnTo>
                    <a:pt x="154942" y="63375"/>
                  </a:lnTo>
                  <a:lnTo>
                    <a:pt x="154434" y="63629"/>
                  </a:lnTo>
                  <a:cubicBezTo>
                    <a:pt x="112270" y="78996"/>
                    <a:pt x="78996" y="112270"/>
                    <a:pt x="63629" y="154434"/>
                  </a:cubicBezTo>
                  <a:lnTo>
                    <a:pt x="63375" y="154942"/>
                  </a:lnTo>
                  <a:lnTo>
                    <a:pt x="63121" y="155450"/>
                  </a:lnTo>
                  <a:cubicBezTo>
                    <a:pt x="51310" y="183644"/>
                    <a:pt x="50802" y="228348"/>
                    <a:pt x="50802" y="316613"/>
                  </a:cubicBezTo>
                  <a:lnTo>
                    <a:pt x="50802" y="1004191"/>
                  </a:lnTo>
                  <a:cubicBezTo>
                    <a:pt x="50802" y="1092456"/>
                    <a:pt x="51310" y="1137033"/>
                    <a:pt x="63121" y="1165354"/>
                  </a:cubicBezTo>
                  <a:lnTo>
                    <a:pt x="63375" y="1165862"/>
                  </a:lnTo>
                  <a:lnTo>
                    <a:pt x="63629" y="1166370"/>
                  </a:lnTo>
                  <a:cubicBezTo>
                    <a:pt x="78996" y="1208534"/>
                    <a:pt x="112270" y="1241808"/>
                    <a:pt x="154434" y="1257175"/>
                  </a:cubicBezTo>
                  <a:lnTo>
                    <a:pt x="154942" y="1257429"/>
                  </a:lnTo>
                  <a:lnTo>
                    <a:pt x="155450" y="1257683"/>
                  </a:lnTo>
                  <a:cubicBezTo>
                    <a:pt x="183644" y="1269494"/>
                    <a:pt x="228348" y="1270002"/>
                    <a:pt x="316613" y="1270002"/>
                  </a:cubicBezTo>
                  <a:lnTo>
                    <a:pt x="1861187" y="1270002"/>
                  </a:lnTo>
                  <a:cubicBezTo>
                    <a:pt x="1949452" y="1270002"/>
                    <a:pt x="1994029" y="1269494"/>
                    <a:pt x="2022350" y="1257683"/>
                  </a:cubicBezTo>
                  <a:lnTo>
                    <a:pt x="2022858" y="1257429"/>
                  </a:lnTo>
                  <a:lnTo>
                    <a:pt x="2023366" y="1257175"/>
                  </a:lnTo>
                  <a:cubicBezTo>
                    <a:pt x="2065530" y="1241808"/>
                    <a:pt x="2098804" y="1208534"/>
                    <a:pt x="2114171" y="1166370"/>
                  </a:cubicBezTo>
                  <a:lnTo>
                    <a:pt x="2114425" y="1165862"/>
                  </a:lnTo>
                  <a:lnTo>
                    <a:pt x="2114679" y="1165354"/>
                  </a:lnTo>
                  <a:cubicBezTo>
                    <a:pt x="2126490" y="1137160"/>
                    <a:pt x="2126998" y="1092456"/>
                    <a:pt x="2126998" y="1004191"/>
                  </a:cubicBezTo>
                  <a:lnTo>
                    <a:pt x="2126998" y="316613"/>
                  </a:lnTo>
                  <a:cubicBezTo>
                    <a:pt x="2126998" y="228348"/>
                    <a:pt x="2126490" y="183771"/>
                    <a:pt x="2114679" y="155450"/>
                  </a:cubicBezTo>
                  <a:lnTo>
                    <a:pt x="2114425" y="154942"/>
                  </a:lnTo>
                  <a:lnTo>
                    <a:pt x="2114171" y="154434"/>
                  </a:lnTo>
                  <a:cubicBezTo>
                    <a:pt x="2098804" y="112270"/>
                    <a:pt x="2065530" y="78996"/>
                    <a:pt x="2023366" y="63629"/>
                  </a:cubicBezTo>
                  <a:lnTo>
                    <a:pt x="2022858" y="63375"/>
                  </a:lnTo>
                  <a:lnTo>
                    <a:pt x="2022350" y="63121"/>
                  </a:lnTo>
                  <a:cubicBezTo>
                    <a:pt x="1994156" y="51310"/>
                    <a:pt x="1949452" y="50802"/>
                    <a:pt x="1861187" y="50802"/>
                  </a:cubicBezTo>
                  <a:lnTo>
                    <a:pt x="316613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176144" y="64006"/>
              <a:ext cx="2177799" cy="1320803"/>
            </a:xfrm>
            <a:custGeom>
              <a:avLst/>
              <a:gdLst/>
              <a:ahLst/>
              <a:cxnLst/>
              <a:rect r="r" b="b" t="t" l="l"/>
              <a:pathLst>
                <a:path h="1320803" w="2177799">
                  <a:moveTo>
                    <a:pt x="316612" y="2"/>
                  </a:moveTo>
                  <a:lnTo>
                    <a:pt x="1861186" y="2"/>
                  </a:lnTo>
                  <a:lnTo>
                    <a:pt x="1861186" y="25402"/>
                  </a:lnTo>
                  <a:lnTo>
                    <a:pt x="1861186" y="2"/>
                  </a:lnTo>
                  <a:cubicBezTo>
                    <a:pt x="1943863" y="2"/>
                    <a:pt x="2001775" y="-506"/>
                    <a:pt x="2041907" y="16258"/>
                  </a:cubicBezTo>
                  <a:lnTo>
                    <a:pt x="2032128" y="39753"/>
                  </a:lnTo>
                  <a:lnTo>
                    <a:pt x="2040764" y="15877"/>
                  </a:lnTo>
                  <a:cubicBezTo>
                    <a:pt x="2097152" y="36324"/>
                    <a:pt x="2141475" y="80774"/>
                    <a:pt x="2161922" y="137035"/>
                  </a:cubicBezTo>
                  <a:lnTo>
                    <a:pt x="2138046" y="145671"/>
                  </a:lnTo>
                  <a:lnTo>
                    <a:pt x="2161541" y="135892"/>
                  </a:lnTo>
                  <a:cubicBezTo>
                    <a:pt x="2178305" y="176024"/>
                    <a:pt x="2177797" y="233936"/>
                    <a:pt x="2177797" y="316613"/>
                  </a:cubicBezTo>
                  <a:lnTo>
                    <a:pt x="2152397" y="316613"/>
                  </a:lnTo>
                  <a:lnTo>
                    <a:pt x="2177797" y="316613"/>
                  </a:lnTo>
                  <a:lnTo>
                    <a:pt x="2177797" y="1004191"/>
                  </a:lnTo>
                  <a:lnTo>
                    <a:pt x="2152397" y="1004191"/>
                  </a:lnTo>
                  <a:lnTo>
                    <a:pt x="2177797" y="1004191"/>
                  </a:lnTo>
                  <a:cubicBezTo>
                    <a:pt x="2177797" y="1086868"/>
                    <a:pt x="2178305" y="1144780"/>
                    <a:pt x="2161541" y="1184912"/>
                  </a:cubicBezTo>
                  <a:lnTo>
                    <a:pt x="2138046" y="1175133"/>
                  </a:lnTo>
                  <a:lnTo>
                    <a:pt x="2161922" y="1183769"/>
                  </a:lnTo>
                  <a:cubicBezTo>
                    <a:pt x="2141475" y="1240157"/>
                    <a:pt x="2097025" y="1284480"/>
                    <a:pt x="2040764" y="1304927"/>
                  </a:cubicBezTo>
                  <a:lnTo>
                    <a:pt x="2032128" y="1281051"/>
                  </a:lnTo>
                  <a:lnTo>
                    <a:pt x="2041907" y="1304546"/>
                  </a:lnTo>
                  <a:cubicBezTo>
                    <a:pt x="2001775" y="1321310"/>
                    <a:pt x="1943863" y="1320802"/>
                    <a:pt x="1861186" y="1320802"/>
                  </a:cubicBezTo>
                  <a:lnTo>
                    <a:pt x="316612" y="1320802"/>
                  </a:lnTo>
                  <a:cubicBezTo>
                    <a:pt x="233935" y="1320802"/>
                    <a:pt x="176023" y="1321310"/>
                    <a:pt x="135891" y="1304546"/>
                  </a:cubicBezTo>
                  <a:lnTo>
                    <a:pt x="145670" y="1281051"/>
                  </a:lnTo>
                  <a:lnTo>
                    <a:pt x="137034" y="1304927"/>
                  </a:lnTo>
                  <a:cubicBezTo>
                    <a:pt x="80646" y="1284480"/>
                    <a:pt x="36323" y="1240030"/>
                    <a:pt x="15876" y="1183769"/>
                  </a:cubicBezTo>
                  <a:lnTo>
                    <a:pt x="39752" y="1175133"/>
                  </a:lnTo>
                  <a:lnTo>
                    <a:pt x="16257" y="1184912"/>
                  </a:lnTo>
                  <a:cubicBezTo>
                    <a:pt x="-507" y="1144780"/>
                    <a:pt x="1" y="1086868"/>
                    <a:pt x="1" y="1004191"/>
                  </a:cubicBezTo>
                  <a:lnTo>
                    <a:pt x="25401" y="1004191"/>
                  </a:lnTo>
                  <a:lnTo>
                    <a:pt x="1" y="1004191"/>
                  </a:lnTo>
                  <a:lnTo>
                    <a:pt x="1" y="316613"/>
                  </a:lnTo>
                  <a:lnTo>
                    <a:pt x="25401" y="316613"/>
                  </a:lnTo>
                  <a:lnTo>
                    <a:pt x="1" y="316613"/>
                  </a:lnTo>
                  <a:cubicBezTo>
                    <a:pt x="1" y="233936"/>
                    <a:pt x="-507" y="176024"/>
                    <a:pt x="16257" y="135892"/>
                  </a:cubicBezTo>
                  <a:lnTo>
                    <a:pt x="39752" y="145671"/>
                  </a:lnTo>
                  <a:lnTo>
                    <a:pt x="15876" y="137035"/>
                  </a:lnTo>
                  <a:cubicBezTo>
                    <a:pt x="36323" y="80647"/>
                    <a:pt x="80773" y="36324"/>
                    <a:pt x="137034" y="15877"/>
                  </a:cubicBezTo>
                  <a:lnTo>
                    <a:pt x="145670" y="39753"/>
                  </a:lnTo>
                  <a:lnTo>
                    <a:pt x="135891" y="16258"/>
                  </a:lnTo>
                  <a:cubicBezTo>
                    <a:pt x="176023" y="-506"/>
                    <a:pt x="233935" y="2"/>
                    <a:pt x="316612" y="2"/>
                  </a:cubicBezTo>
                  <a:lnTo>
                    <a:pt x="316612" y="25402"/>
                  </a:lnTo>
                  <a:lnTo>
                    <a:pt x="316612" y="2"/>
                  </a:lnTo>
                  <a:moveTo>
                    <a:pt x="316612" y="50802"/>
                  </a:moveTo>
                  <a:cubicBezTo>
                    <a:pt x="228347" y="50802"/>
                    <a:pt x="183770" y="51310"/>
                    <a:pt x="155449" y="63121"/>
                  </a:cubicBezTo>
                  <a:lnTo>
                    <a:pt x="154941" y="63375"/>
                  </a:lnTo>
                  <a:lnTo>
                    <a:pt x="154433" y="63629"/>
                  </a:lnTo>
                  <a:cubicBezTo>
                    <a:pt x="112269" y="78996"/>
                    <a:pt x="78995" y="112270"/>
                    <a:pt x="63628" y="154434"/>
                  </a:cubicBezTo>
                  <a:lnTo>
                    <a:pt x="63374" y="154942"/>
                  </a:lnTo>
                  <a:lnTo>
                    <a:pt x="63120" y="155450"/>
                  </a:lnTo>
                  <a:cubicBezTo>
                    <a:pt x="51309" y="183644"/>
                    <a:pt x="50801" y="228348"/>
                    <a:pt x="50801" y="316613"/>
                  </a:cubicBezTo>
                  <a:lnTo>
                    <a:pt x="50801" y="1004191"/>
                  </a:lnTo>
                  <a:cubicBezTo>
                    <a:pt x="50801" y="1092456"/>
                    <a:pt x="51309" y="1137033"/>
                    <a:pt x="63120" y="1165354"/>
                  </a:cubicBezTo>
                  <a:lnTo>
                    <a:pt x="63374" y="1165862"/>
                  </a:lnTo>
                  <a:lnTo>
                    <a:pt x="63628" y="1166370"/>
                  </a:lnTo>
                  <a:cubicBezTo>
                    <a:pt x="78995" y="1208534"/>
                    <a:pt x="112269" y="1241808"/>
                    <a:pt x="154433" y="1257175"/>
                  </a:cubicBezTo>
                  <a:lnTo>
                    <a:pt x="154941" y="1257429"/>
                  </a:lnTo>
                  <a:lnTo>
                    <a:pt x="155449" y="1257683"/>
                  </a:lnTo>
                  <a:cubicBezTo>
                    <a:pt x="183643" y="1269494"/>
                    <a:pt x="228347" y="1270002"/>
                    <a:pt x="316612" y="1270002"/>
                  </a:cubicBezTo>
                  <a:lnTo>
                    <a:pt x="1861186" y="1270002"/>
                  </a:lnTo>
                  <a:cubicBezTo>
                    <a:pt x="1949451" y="1270002"/>
                    <a:pt x="1994028" y="1269494"/>
                    <a:pt x="2022349" y="1257683"/>
                  </a:cubicBezTo>
                  <a:lnTo>
                    <a:pt x="2022857" y="1257429"/>
                  </a:lnTo>
                  <a:lnTo>
                    <a:pt x="2023365" y="1257175"/>
                  </a:lnTo>
                  <a:cubicBezTo>
                    <a:pt x="2065529" y="1241808"/>
                    <a:pt x="2098803" y="1208534"/>
                    <a:pt x="2114170" y="1166370"/>
                  </a:cubicBezTo>
                  <a:lnTo>
                    <a:pt x="2114424" y="1165862"/>
                  </a:lnTo>
                  <a:lnTo>
                    <a:pt x="2114678" y="1165354"/>
                  </a:lnTo>
                  <a:cubicBezTo>
                    <a:pt x="2126489" y="1137160"/>
                    <a:pt x="2126997" y="1092456"/>
                    <a:pt x="2126997" y="1004191"/>
                  </a:cubicBezTo>
                  <a:lnTo>
                    <a:pt x="2126997" y="316613"/>
                  </a:lnTo>
                  <a:cubicBezTo>
                    <a:pt x="2126997" y="228348"/>
                    <a:pt x="2126489" y="183771"/>
                    <a:pt x="2114678" y="155450"/>
                  </a:cubicBezTo>
                  <a:lnTo>
                    <a:pt x="2114424" y="154942"/>
                  </a:lnTo>
                  <a:lnTo>
                    <a:pt x="2114170" y="154434"/>
                  </a:lnTo>
                  <a:cubicBezTo>
                    <a:pt x="2098803" y="112270"/>
                    <a:pt x="2065529" y="78996"/>
                    <a:pt x="2023365" y="63629"/>
                  </a:cubicBezTo>
                  <a:lnTo>
                    <a:pt x="2022857" y="63375"/>
                  </a:lnTo>
                  <a:lnTo>
                    <a:pt x="2022349" y="63121"/>
                  </a:lnTo>
                  <a:cubicBezTo>
                    <a:pt x="1994155" y="51310"/>
                    <a:pt x="1949451" y="50802"/>
                    <a:pt x="1861186" y="50802"/>
                  </a:cubicBezTo>
                  <a:lnTo>
                    <a:pt x="316612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002399" y="64006"/>
              <a:ext cx="1991617" cy="1320803"/>
            </a:xfrm>
            <a:custGeom>
              <a:avLst/>
              <a:gdLst/>
              <a:ahLst/>
              <a:cxnLst/>
              <a:rect r="r" b="b" t="t" l="l"/>
              <a:pathLst>
                <a:path h="1320803" w="1991617">
                  <a:moveTo>
                    <a:pt x="316613" y="2"/>
                  </a:moveTo>
                  <a:lnTo>
                    <a:pt x="1675005" y="2"/>
                  </a:lnTo>
                  <a:lnTo>
                    <a:pt x="1675005" y="25402"/>
                  </a:lnTo>
                  <a:lnTo>
                    <a:pt x="1675005" y="2"/>
                  </a:lnTo>
                  <a:cubicBezTo>
                    <a:pt x="1757682" y="2"/>
                    <a:pt x="1815594" y="-506"/>
                    <a:pt x="1855726" y="16258"/>
                  </a:cubicBezTo>
                  <a:lnTo>
                    <a:pt x="1845947" y="39753"/>
                  </a:lnTo>
                  <a:lnTo>
                    <a:pt x="1854583" y="15877"/>
                  </a:lnTo>
                  <a:cubicBezTo>
                    <a:pt x="1910971" y="36324"/>
                    <a:pt x="1955294" y="80774"/>
                    <a:pt x="1975740" y="137035"/>
                  </a:cubicBezTo>
                  <a:lnTo>
                    <a:pt x="1951864" y="145671"/>
                  </a:lnTo>
                  <a:lnTo>
                    <a:pt x="1975359" y="135892"/>
                  </a:lnTo>
                  <a:cubicBezTo>
                    <a:pt x="1992123" y="176024"/>
                    <a:pt x="1991615" y="233936"/>
                    <a:pt x="1991615" y="316613"/>
                  </a:cubicBezTo>
                  <a:lnTo>
                    <a:pt x="1966215" y="316613"/>
                  </a:lnTo>
                  <a:lnTo>
                    <a:pt x="1991615" y="316613"/>
                  </a:lnTo>
                  <a:lnTo>
                    <a:pt x="1991615" y="1004191"/>
                  </a:lnTo>
                  <a:lnTo>
                    <a:pt x="1966215" y="1004191"/>
                  </a:lnTo>
                  <a:lnTo>
                    <a:pt x="1991615" y="1004191"/>
                  </a:lnTo>
                  <a:cubicBezTo>
                    <a:pt x="1991615" y="1086868"/>
                    <a:pt x="1992123" y="1144780"/>
                    <a:pt x="1975359" y="1184912"/>
                  </a:cubicBezTo>
                  <a:lnTo>
                    <a:pt x="1951864" y="1175133"/>
                  </a:lnTo>
                  <a:lnTo>
                    <a:pt x="1975740" y="1183769"/>
                  </a:lnTo>
                  <a:cubicBezTo>
                    <a:pt x="1955294" y="1240157"/>
                    <a:pt x="1910844" y="1284480"/>
                    <a:pt x="1854583" y="1304927"/>
                  </a:cubicBezTo>
                  <a:lnTo>
                    <a:pt x="1845947" y="1281051"/>
                  </a:lnTo>
                  <a:lnTo>
                    <a:pt x="1855726" y="1304546"/>
                  </a:lnTo>
                  <a:cubicBezTo>
                    <a:pt x="1815594" y="1321310"/>
                    <a:pt x="1757682" y="1320802"/>
                    <a:pt x="1675005" y="1320802"/>
                  </a:cubicBezTo>
                  <a:lnTo>
                    <a:pt x="316613" y="1320802"/>
                  </a:lnTo>
                  <a:cubicBezTo>
                    <a:pt x="233936" y="1320802"/>
                    <a:pt x="176024" y="1321310"/>
                    <a:pt x="135892" y="1304546"/>
                  </a:cubicBezTo>
                  <a:lnTo>
                    <a:pt x="145671" y="1281051"/>
                  </a:lnTo>
                  <a:lnTo>
                    <a:pt x="137035" y="1304927"/>
                  </a:lnTo>
                  <a:cubicBezTo>
                    <a:pt x="80647" y="1284480"/>
                    <a:pt x="36324" y="1240030"/>
                    <a:pt x="15877" y="1183769"/>
                  </a:cubicBezTo>
                  <a:lnTo>
                    <a:pt x="39753" y="1175133"/>
                  </a:lnTo>
                  <a:lnTo>
                    <a:pt x="16258" y="1184912"/>
                  </a:lnTo>
                  <a:cubicBezTo>
                    <a:pt x="-506" y="1144780"/>
                    <a:pt x="2" y="1086868"/>
                    <a:pt x="2" y="1004191"/>
                  </a:cubicBezTo>
                  <a:lnTo>
                    <a:pt x="25402" y="1004191"/>
                  </a:lnTo>
                  <a:lnTo>
                    <a:pt x="2" y="1004191"/>
                  </a:lnTo>
                  <a:lnTo>
                    <a:pt x="2" y="316613"/>
                  </a:lnTo>
                  <a:lnTo>
                    <a:pt x="25402" y="316613"/>
                  </a:lnTo>
                  <a:lnTo>
                    <a:pt x="2" y="316613"/>
                  </a:lnTo>
                  <a:cubicBezTo>
                    <a:pt x="2" y="233936"/>
                    <a:pt x="-506" y="176024"/>
                    <a:pt x="16258" y="135892"/>
                  </a:cubicBezTo>
                  <a:lnTo>
                    <a:pt x="39753" y="145671"/>
                  </a:lnTo>
                  <a:lnTo>
                    <a:pt x="15877" y="137035"/>
                  </a:lnTo>
                  <a:cubicBezTo>
                    <a:pt x="36323" y="80647"/>
                    <a:pt x="80773" y="36324"/>
                    <a:pt x="137035" y="15877"/>
                  </a:cubicBezTo>
                  <a:lnTo>
                    <a:pt x="145671" y="39753"/>
                  </a:lnTo>
                  <a:lnTo>
                    <a:pt x="135892" y="16258"/>
                  </a:lnTo>
                  <a:cubicBezTo>
                    <a:pt x="176024" y="-506"/>
                    <a:pt x="233936" y="2"/>
                    <a:pt x="316613" y="2"/>
                  </a:cubicBezTo>
                  <a:lnTo>
                    <a:pt x="316613" y="25402"/>
                  </a:lnTo>
                  <a:lnTo>
                    <a:pt x="316613" y="2"/>
                  </a:lnTo>
                  <a:moveTo>
                    <a:pt x="316613" y="50802"/>
                  </a:moveTo>
                  <a:cubicBezTo>
                    <a:pt x="228348" y="50802"/>
                    <a:pt x="183771" y="51310"/>
                    <a:pt x="155450" y="63121"/>
                  </a:cubicBezTo>
                  <a:lnTo>
                    <a:pt x="154942" y="63375"/>
                  </a:lnTo>
                  <a:lnTo>
                    <a:pt x="154434" y="63629"/>
                  </a:lnTo>
                  <a:cubicBezTo>
                    <a:pt x="112270" y="78996"/>
                    <a:pt x="78996" y="112270"/>
                    <a:pt x="63629" y="154434"/>
                  </a:cubicBezTo>
                  <a:lnTo>
                    <a:pt x="63375" y="154942"/>
                  </a:lnTo>
                  <a:lnTo>
                    <a:pt x="63121" y="155450"/>
                  </a:lnTo>
                  <a:cubicBezTo>
                    <a:pt x="51310" y="183644"/>
                    <a:pt x="50802" y="228348"/>
                    <a:pt x="50802" y="316613"/>
                  </a:cubicBezTo>
                  <a:lnTo>
                    <a:pt x="50802" y="1004191"/>
                  </a:lnTo>
                  <a:cubicBezTo>
                    <a:pt x="50802" y="1092456"/>
                    <a:pt x="51310" y="1137033"/>
                    <a:pt x="63121" y="1165354"/>
                  </a:cubicBezTo>
                  <a:lnTo>
                    <a:pt x="63375" y="1165862"/>
                  </a:lnTo>
                  <a:lnTo>
                    <a:pt x="63629" y="1166370"/>
                  </a:lnTo>
                  <a:cubicBezTo>
                    <a:pt x="78996" y="1208534"/>
                    <a:pt x="112270" y="1241808"/>
                    <a:pt x="154434" y="1257175"/>
                  </a:cubicBezTo>
                  <a:lnTo>
                    <a:pt x="154942" y="1257429"/>
                  </a:lnTo>
                  <a:lnTo>
                    <a:pt x="155450" y="1257683"/>
                  </a:lnTo>
                  <a:cubicBezTo>
                    <a:pt x="183644" y="1269494"/>
                    <a:pt x="228348" y="1270002"/>
                    <a:pt x="316613" y="1270002"/>
                  </a:cubicBezTo>
                  <a:lnTo>
                    <a:pt x="1675005" y="1270002"/>
                  </a:lnTo>
                  <a:cubicBezTo>
                    <a:pt x="1763270" y="1270002"/>
                    <a:pt x="1807848" y="1269494"/>
                    <a:pt x="1836168" y="1257683"/>
                  </a:cubicBezTo>
                  <a:lnTo>
                    <a:pt x="1836676" y="1257429"/>
                  </a:lnTo>
                  <a:lnTo>
                    <a:pt x="1837184" y="1257175"/>
                  </a:lnTo>
                  <a:cubicBezTo>
                    <a:pt x="1879348" y="1241808"/>
                    <a:pt x="1912622" y="1208534"/>
                    <a:pt x="1927989" y="1166370"/>
                  </a:cubicBezTo>
                  <a:lnTo>
                    <a:pt x="1928243" y="1165862"/>
                  </a:lnTo>
                  <a:lnTo>
                    <a:pt x="1928498" y="1165354"/>
                  </a:lnTo>
                  <a:cubicBezTo>
                    <a:pt x="1940308" y="1137160"/>
                    <a:pt x="1940816" y="1092456"/>
                    <a:pt x="1940816" y="1004191"/>
                  </a:cubicBezTo>
                  <a:lnTo>
                    <a:pt x="1940816" y="316613"/>
                  </a:lnTo>
                  <a:cubicBezTo>
                    <a:pt x="1940816" y="228348"/>
                    <a:pt x="1940308" y="183771"/>
                    <a:pt x="1928498" y="155450"/>
                  </a:cubicBezTo>
                  <a:lnTo>
                    <a:pt x="1928243" y="154942"/>
                  </a:lnTo>
                  <a:lnTo>
                    <a:pt x="1927989" y="154434"/>
                  </a:lnTo>
                  <a:cubicBezTo>
                    <a:pt x="1912622" y="112270"/>
                    <a:pt x="1879348" y="78996"/>
                    <a:pt x="1837184" y="63629"/>
                  </a:cubicBezTo>
                  <a:lnTo>
                    <a:pt x="1836676" y="63375"/>
                  </a:lnTo>
                  <a:lnTo>
                    <a:pt x="1836168" y="63121"/>
                  </a:lnTo>
                  <a:cubicBezTo>
                    <a:pt x="1807975" y="51310"/>
                    <a:pt x="1763270" y="50802"/>
                    <a:pt x="1675005" y="50802"/>
                  </a:cubicBezTo>
                  <a:lnTo>
                    <a:pt x="316613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284216" y="64006"/>
              <a:ext cx="1715139" cy="1320803"/>
            </a:xfrm>
            <a:custGeom>
              <a:avLst/>
              <a:gdLst/>
              <a:ahLst/>
              <a:cxnLst/>
              <a:rect r="r" b="b" t="t" l="l"/>
              <a:pathLst>
                <a:path h="1320803" w="1715139">
                  <a:moveTo>
                    <a:pt x="316613" y="2"/>
                  </a:moveTo>
                  <a:lnTo>
                    <a:pt x="1398526" y="2"/>
                  </a:lnTo>
                  <a:lnTo>
                    <a:pt x="1398526" y="25402"/>
                  </a:lnTo>
                  <a:lnTo>
                    <a:pt x="1398526" y="2"/>
                  </a:lnTo>
                  <a:cubicBezTo>
                    <a:pt x="1481203" y="2"/>
                    <a:pt x="1539115" y="-506"/>
                    <a:pt x="1579247" y="16258"/>
                  </a:cubicBezTo>
                  <a:lnTo>
                    <a:pt x="1569468" y="39753"/>
                  </a:lnTo>
                  <a:lnTo>
                    <a:pt x="1578104" y="15877"/>
                  </a:lnTo>
                  <a:cubicBezTo>
                    <a:pt x="1634492" y="36324"/>
                    <a:pt x="1678815" y="80774"/>
                    <a:pt x="1699262" y="137035"/>
                  </a:cubicBezTo>
                  <a:lnTo>
                    <a:pt x="1675386" y="145671"/>
                  </a:lnTo>
                  <a:lnTo>
                    <a:pt x="1698881" y="135892"/>
                  </a:lnTo>
                  <a:cubicBezTo>
                    <a:pt x="1715645" y="176024"/>
                    <a:pt x="1715137" y="233936"/>
                    <a:pt x="1715137" y="316613"/>
                  </a:cubicBezTo>
                  <a:lnTo>
                    <a:pt x="1689737" y="316613"/>
                  </a:lnTo>
                  <a:lnTo>
                    <a:pt x="1715137" y="316613"/>
                  </a:lnTo>
                  <a:lnTo>
                    <a:pt x="1715137" y="1004191"/>
                  </a:lnTo>
                  <a:lnTo>
                    <a:pt x="1689737" y="1004191"/>
                  </a:lnTo>
                  <a:lnTo>
                    <a:pt x="1715137" y="1004191"/>
                  </a:lnTo>
                  <a:cubicBezTo>
                    <a:pt x="1715137" y="1086868"/>
                    <a:pt x="1715645" y="1144780"/>
                    <a:pt x="1698881" y="1184912"/>
                  </a:cubicBezTo>
                  <a:lnTo>
                    <a:pt x="1675386" y="1175133"/>
                  </a:lnTo>
                  <a:lnTo>
                    <a:pt x="1699262" y="1183769"/>
                  </a:lnTo>
                  <a:cubicBezTo>
                    <a:pt x="1678815" y="1240157"/>
                    <a:pt x="1634365" y="1284480"/>
                    <a:pt x="1578104" y="1304927"/>
                  </a:cubicBezTo>
                  <a:lnTo>
                    <a:pt x="1569468" y="1281051"/>
                  </a:lnTo>
                  <a:lnTo>
                    <a:pt x="1579247" y="1304546"/>
                  </a:lnTo>
                  <a:cubicBezTo>
                    <a:pt x="1539115" y="1321310"/>
                    <a:pt x="1481203" y="1320802"/>
                    <a:pt x="1398526" y="1320802"/>
                  </a:cubicBezTo>
                  <a:lnTo>
                    <a:pt x="316613" y="1320802"/>
                  </a:lnTo>
                  <a:cubicBezTo>
                    <a:pt x="233936" y="1320802"/>
                    <a:pt x="176024" y="1321310"/>
                    <a:pt x="135892" y="1304546"/>
                  </a:cubicBezTo>
                  <a:lnTo>
                    <a:pt x="145671" y="1281051"/>
                  </a:lnTo>
                  <a:lnTo>
                    <a:pt x="137035" y="1304927"/>
                  </a:lnTo>
                  <a:cubicBezTo>
                    <a:pt x="80647" y="1284480"/>
                    <a:pt x="36324" y="1240030"/>
                    <a:pt x="15877" y="1183769"/>
                  </a:cubicBezTo>
                  <a:lnTo>
                    <a:pt x="39753" y="1175133"/>
                  </a:lnTo>
                  <a:lnTo>
                    <a:pt x="16258" y="1184912"/>
                  </a:lnTo>
                  <a:cubicBezTo>
                    <a:pt x="-507" y="1144780"/>
                    <a:pt x="2" y="1086868"/>
                    <a:pt x="2" y="1004191"/>
                  </a:cubicBezTo>
                  <a:lnTo>
                    <a:pt x="25402" y="1004191"/>
                  </a:lnTo>
                  <a:lnTo>
                    <a:pt x="2" y="1004191"/>
                  </a:lnTo>
                  <a:lnTo>
                    <a:pt x="2" y="316613"/>
                  </a:lnTo>
                  <a:lnTo>
                    <a:pt x="25402" y="316613"/>
                  </a:lnTo>
                  <a:lnTo>
                    <a:pt x="2" y="316613"/>
                  </a:lnTo>
                  <a:cubicBezTo>
                    <a:pt x="2" y="233936"/>
                    <a:pt x="-507" y="176024"/>
                    <a:pt x="16258" y="135892"/>
                  </a:cubicBezTo>
                  <a:lnTo>
                    <a:pt x="39753" y="145671"/>
                  </a:lnTo>
                  <a:lnTo>
                    <a:pt x="15877" y="137035"/>
                  </a:lnTo>
                  <a:cubicBezTo>
                    <a:pt x="36323" y="80647"/>
                    <a:pt x="80773" y="36324"/>
                    <a:pt x="137035" y="15877"/>
                  </a:cubicBezTo>
                  <a:lnTo>
                    <a:pt x="145671" y="39753"/>
                  </a:lnTo>
                  <a:lnTo>
                    <a:pt x="135892" y="16258"/>
                  </a:lnTo>
                  <a:cubicBezTo>
                    <a:pt x="176024" y="-506"/>
                    <a:pt x="233936" y="2"/>
                    <a:pt x="316613" y="2"/>
                  </a:cubicBezTo>
                  <a:lnTo>
                    <a:pt x="316613" y="25402"/>
                  </a:lnTo>
                  <a:lnTo>
                    <a:pt x="316613" y="2"/>
                  </a:lnTo>
                  <a:moveTo>
                    <a:pt x="316613" y="50802"/>
                  </a:moveTo>
                  <a:cubicBezTo>
                    <a:pt x="228348" y="50802"/>
                    <a:pt x="183771" y="51310"/>
                    <a:pt x="155450" y="63121"/>
                  </a:cubicBezTo>
                  <a:lnTo>
                    <a:pt x="154942" y="63375"/>
                  </a:lnTo>
                  <a:lnTo>
                    <a:pt x="154434" y="63629"/>
                  </a:lnTo>
                  <a:cubicBezTo>
                    <a:pt x="112270" y="78996"/>
                    <a:pt x="78996" y="112270"/>
                    <a:pt x="63629" y="154434"/>
                  </a:cubicBezTo>
                  <a:lnTo>
                    <a:pt x="63375" y="154942"/>
                  </a:lnTo>
                  <a:lnTo>
                    <a:pt x="63121" y="155450"/>
                  </a:lnTo>
                  <a:cubicBezTo>
                    <a:pt x="51310" y="183644"/>
                    <a:pt x="50802" y="228348"/>
                    <a:pt x="50802" y="316613"/>
                  </a:cubicBezTo>
                  <a:lnTo>
                    <a:pt x="50802" y="1004191"/>
                  </a:lnTo>
                  <a:cubicBezTo>
                    <a:pt x="50802" y="1092456"/>
                    <a:pt x="51310" y="1137033"/>
                    <a:pt x="63121" y="1165354"/>
                  </a:cubicBezTo>
                  <a:lnTo>
                    <a:pt x="63375" y="1165862"/>
                  </a:lnTo>
                  <a:lnTo>
                    <a:pt x="63629" y="1166370"/>
                  </a:lnTo>
                  <a:cubicBezTo>
                    <a:pt x="78996" y="1208534"/>
                    <a:pt x="112270" y="1241808"/>
                    <a:pt x="154434" y="1257175"/>
                  </a:cubicBezTo>
                  <a:lnTo>
                    <a:pt x="154942" y="1257429"/>
                  </a:lnTo>
                  <a:lnTo>
                    <a:pt x="155450" y="1257683"/>
                  </a:lnTo>
                  <a:cubicBezTo>
                    <a:pt x="183644" y="1269494"/>
                    <a:pt x="228348" y="1270002"/>
                    <a:pt x="316613" y="1270002"/>
                  </a:cubicBezTo>
                  <a:lnTo>
                    <a:pt x="1398526" y="1270002"/>
                  </a:lnTo>
                  <a:cubicBezTo>
                    <a:pt x="1486791" y="1270002"/>
                    <a:pt x="1531368" y="1269494"/>
                    <a:pt x="1559689" y="1257683"/>
                  </a:cubicBezTo>
                  <a:lnTo>
                    <a:pt x="1560197" y="1257429"/>
                  </a:lnTo>
                  <a:lnTo>
                    <a:pt x="1560705" y="1257175"/>
                  </a:lnTo>
                  <a:cubicBezTo>
                    <a:pt x="1602869" y="1241808"/>
                    <a:pt x="1636143" y="1208534"/>
                    <a:pt x="1651510" y="1166370"/>
                  </a:cubicBezTo>
                  <a:lnTo>
                    <a:pt x="1651764" y="1165862"/>
                  </a:lnTo>
                  <a:lnTo>
                    <a:pt x="1652018" y="1165354"/>
                  </a:lnTo>
                  <a:cubicBezTo>
                    <a:pt x="1663829" y="1137160"/>
                    <a:pt x="1664337" y="1092456"/>
                    <a:pt x="1664337" y="1004191"/>
                  </a:cubicBezTo>
                  <a:lnTo>
                    <a:pt x="1664337" y="316613"/>
                  </a:lnTo>
                  <a:cubicBezTo>
                    <a:pt x="1664337" y="228348"/>
                    <a:pt x="1663829" y="183771"/>
                    <a:pt x="1652018" y="155450"/>
                  </a:cubicBezTo>
                  <a:lnTo>
                    <a:pt x="1651764" y="154942"/>
                  </a:lnTo>
                  <a:lnTo>
                    <a:pt x="1651510" y="154434"/>
                  </a:lnTo>
                  <a:cubicBezTo>
                    <a:pt x="1636143" y="112270"/>
                    <a:pt x="1602869" y="78996"/>
                    <a:pt x="1560705" y="63629"/>
                  </a:cubicBezTo>
                  <a:lnTo>
                    <a:pt x="1560197" y="63375"/>
                  </a:lnTo>
                  <a:lnTo>
                    <a:pt x="1559689" y="63121"/>
                  </a:lnTo>
                  <a:cubicBezTo>
                    <a:pt x="1531495" y="51310"/>
                    <a:pt x="1486791" y="50802"/>
                    <a:pt x="1398526" y="50802"/>
                  </a:cubicBezTo>
                  <a:lnTo>
                    <a:pt x="316613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041894" y="64006"/>
              <a:ext cx="1991615" cy="1320803"/>
            </a:xfrm>
            <a:custGeom>
              <a:avLst/>
              <a:gdLst/>
              <a:ahLst/>
              <a:cxnLst/>
              <a:rect r="r" b="b" t="t" l="l"/>
              <a:pathLst>
                <a:path h="1320803" w="1991615">
                  <a:moveTo>
                    <a:pt x="316611" y="2"/>
                  </a:moveTo>
                  <a:lnTo>
                    <a:pt x="1675003" y="2"/>
                  </a:lnTo>
                  <a:lnTo>
                    <a:pt x="1675003" y="25402"/>
                  </a:lnTo>
                  <a:lnTo>
                    <a:pt x="1675003" y="2"/>
                  </a:lnTo>
                  <a:cubicBezTo>
                    <a:pt x="1757680" y="2"/>
                    <a:pt x="1815592" y="-506"/>
                    <a:pt x="1855724" y="16258"/>
                  </a:cubicBezTo>
                  <a:lnTo>
                    <a:pt x="1845944" y="39753"/>
                  </a:lnTo>
                  <a:lnTo>
                    <a:pt x="1854580" y="15877"/>
                  </a:lnTo>
                  <a:cubicBezTo>
                    <a:pt x="1910968" y="36324"/>
                    <a:pt x="1955291" y="80774"/>
                    <a:pt x="1975738" y="137035"/>
                  </a:cubicBezTo>
                  <a:lnTo>
                    <a:pt x="1951862" y="145671"/>
                  </a:lnTo>
                  <a:lnTo>
                    <a:pt x="1975357" y="135892"/>
                  </a:lnTo>
                  <a:cubicBezTo>
                    <a:pt x="1992121" y="176024"/>
                    <a:pt x="1991613" y="233936"/>
                    <a:pt x="1991613" y="316613"/>
                  </a:cubicBezTo>
                  <a:lnTo>
                    <a:pt x="1966213" y="316613"/>
                  </a:lnTo>
                  <a:lnTo>
                    <a:pt x="1991613" y="316613"/>
                  </a:lnTo>
                  <a:lnTo>
                    <a:pt x="1991613" y="1004191"/>
                  </a:lnTo>
                  <a:lnTo>
                    <a:pt x="1966213" y="1004191"/>
                  </a:lnTo>
                  <a:lnTo>
                    <a:pt x="1991613" y="1004191"/>
                  </a:lnTo>
                  <a:cubicBezTo>
                    <a:pt x="1991613" y="1086868"/>
                    <a:pt x="1992121" y="1144780"/>
                    <a:pt x="1975357" y="1184912"/>
                  </a:cubicBezTo>
                  <a:lnTo>
                    <a:pt x="1951862" y="1175133"/>
                  </a:lnTo>
                  <a:lnTo>
                    <a:pt x="1975738" y="1183769"/>
                  </a:lnTo>
                  <a:cubicBezTo>
                    <a:pt x="1955291" y="1240157"/>
                    <a:pt x="1910841" y="1284480"/>
                    <a:pt x="1854580" y="1304927"/>
                  </a:cubicBezTo>
                  <a:lnTo>
                    <a:pt x="1845944" y="1281051"/>
                  </a:lnTo>
                  <a:lnTo>
                    <a:pt x="1855724" y="1304546"/>
                  </a:lnTo>
                  <a:cubicBezTo>
                    <a:pt x="1815592" y="1321310"/>
                    <a:pt x="1757680" y="1320802"/>
                    <a:pt x="1675003" y="1320802"/>
                  </a:cubicBezTo>
                  <a:lnTo>
                    <a:pt x="316611" y="1320802"/>
                  </a:lnTo>
                  <a:cubicBezTo>
                    <a:pt x="233934" y="1320802"/>
                    <a:pt x="176022" y="1321310"/>
                    <a:pt x="135891" y="1304546"/>
                  </a:cubicBezTo>
                  <a:lnTo>
                    <a:pt x="145670" y="1281051"/>
                  </a:lnTo>
                  <a:lnTo>
                    <a:pt x="137034" y="1304927"/>
                  </a:lnTo>
                  <a:cubicBezTo>
                    <a:pt x="80646" y="1284480"/>
                    <a:pt x="36323" y="1240030"/>
                    <a:pt x="15876" y="1183769"/>
                  </a:cubicBezTo>
                  <a:lnTo>
                    <a:pt x="39752" y="1175133"/>
                  </a:lnTo>
                  <a:lnTo>
                    <a:pt x="16258" y="1184912"/>
                  </a:lnTo>
                  <a:cubicBezTo>
                    <a:pt x="-507" y="1144780"/>
                    <a:pt x="1" y="1086868"/>
                    <a:pt x="1" y="1004191"/>
                  </a:cubicBezTo>
                  <a:lnTo>
                    <a:pt x="25401" y="1004191"/>
                  </a:lnTo>
                  <a:lnTo>
                    <a:pt x="1" y="1004191"/>
                  </a:lnTo>
                  <a:lnTo>
                    <a:pt x="1" y="316613"/>
                  </a:lnTo>
                  <a:lnTo>
                    <a:pt x="25401" y="316613"/>
                  </a:lnTo>
                  <a:lnTo>
                    <a:pt x="1" y="316613"/>
                  </a:lnTo>
                  <a:cubicBezTo>
                    <a:pt x="1" y="233936"/>
                    <a:pt x="-507" y="176024"/>
                    <a:pt x="16258" y="135892"/>
                  </a:cubicBezTo>
                  <a:lnTo>
                    <a:pt x="39752" y="145671"/>
                  </a:lnTo>
                  <a:lnTo>
                    <a:pt x="15876" y="137035"/>
                  </a:lnTo>
                  <a:cubicBezTo>
                    <a:pt x="36323" y="80647"/>
                    <a:pt x="80773" y="36324"/>
                    <a:pt x="137034" y="15877"/>
                  </a:cubicBezTo>
                  <a:lnTo>
                    <a:pt x="145670" y="39753"/>
                  </a:lnTo>
                  <a:lnTo>
                    <a:pt x="135891" y="16258"/>
                  </a:lnTo>
                  <a:cubicBezTo>
                    <a:pt x="176022" y="-506"/>
                    <a:pt x="233934" y="2"/>
                    <a:pt x="316611" y="2"/>
                  </a:cubicBezTo>
                  <a:lnTo>
                    <a:pt x="316611" y="25402"/>
                  </a:lnTo>
                  <a:lnTo>
                    <a:pt x="316611" y="2"/>
                  </a:lnTo>
                  <a:moveTo>
                    <a:pt x="316611" y="50802"/>
                  </a:moveTo>
                  <a:cubicBezTo>
                    <a:pt x="228346" y="50802"/>
                    <a:pt x="183769" y="51310"/>
                    <a:pt x="155448" y="63121"/>
                  </a:cubicBezTo>
                  <a:lnTo>
                    <a:pt x="154941" y="63375"/>
                  </a:lnTo>
                  <a:lnTo>
                    <a:pt x="154433" y="63629"/>
                  </a:lnTo>
                  <a:cubicBezTo>
                    <a:pt x="112269" y="78996"/>
                    <a:pt x="78995" y="112270"/>
                    <a:pt x="63628" y="154434"/>
                  </a:cubicBezTo>
                  <a:lnTo>
                    <a:pt x="63373" y="154942"/>
                  </a:lnTo>
                  <a:lnTo>
                    <a:pt x="63119" y="155450"/>
                  </a:lnTo>
                  <a:cubicBezTo>
                    <a:pt x="51308" y="183644"/>
                    <a:pt x="50800" y="228348"/>
                    <a:pt x="50800" y="316613"/>
                  </a:cubicBezTo>
                  <a:lnTo>
                    <a:pt x="50800" y="1004191"/>
                  </a:lnTo>
                  <a:cubicBezTo>
                    <a:pt x="50800" y="1092456"/>
                    <a:pt x="51308" y="1137033"/>
                    <a:pt x="63119" y="1165354"/>
                  </a:cubicBezTo>
                  <a:lnTo>
                    <a:pt x="63373" y="1165862"/>
                  </a:lnTo>
                  <a:lnTo>
                    <a:pt x="63628" y="1166370"/>
                  </a:lnTo>
                  <a:cubicBezTo>
                    <a:pt x="78995" y="1208534"/>
                    <a:pt x="112269" y="1241808"/>
                    <a:pt x="154433" y="1257175"/>
                  </a:cubicBezTo>
                  <a:lnTo>
                    <a:pt x="154941" y="1257429"/>
                  </a:lnTo>
                  <a:lnTo>
                    <a:pt x="155448" y="1257683"/>
                  </a:lnTo>
                  <a:cubicBezTo>
                    <a:pt x="183642" y="1269494"/>
                    <a:pt x="228346" y="1270002"/>
                    <a:pt x="316611" y="1270002"/>
                  </a:cubicBezTo>
                  <a:lnTo>
                    <a:pt x="1675003" y="1270002"/>
                  </a:lnTo>
                  <a:cubicBezTo>
                    <a:pt x="1763268" y="1270002"/>
                    <a:pt x="1807845" y="1269494"/>
                    <a:pt x="1836166" y="1257683"/>
                  </a:cubicBezTo>
                  <a:lnTo>
                    <a:pt x="1836674" y="1257429"/>
                  </a:lnTo>
                  <a:lnTo>
                    <a:pt x="1837181" y="1257175"/>
                  </a:lnTo>
                  <a:cubicBezTo>
                    <a:pt x="1879345" y="1241808"/>
                    <a:pt x="1912619" y="1208534"/>
                    <a:pt x="1927987" y="1166370"/>
                  </a:cubicBezTo>
                  <a:lnTo>
                    <a:pt x="1928241" y="1165862"/>
                  </a:lnTo>
                  <a:lnTo>
                    <a:pt x="1928495" y="1165354"/>
                  </a:lnTo>
                  <a:cubicBezTo>
                    <a:pt x="1940306" y="1137160"/>
                    <a:pt x="1940814" y="1092456"/>
                    <a:pt x="1940814" y="1004191"/>
                  </a:cubicBezTo>
                  <a:lnTo>
                    <a:pt x="1940814" y="316613"/>
                  </a:lnTo>
                  <a:cubicBezTo>
                    <a:pt x="1940814" y="228348"/>
                    <a:pt x="1940306" y="183771"/>
                    <a:pt x="1928495" y="155450"/>
                  </a:cubicBezTo>
                  <a:lnTo>
                    <a:pt x="1928241" y="154942"/>
                  </a:lnTo>
                  <a:lnTo>
                    <a:pt x="1927987" y="154434"/>
                  </a:lnTo>
                  <a:cubicBezTo>
                    <a:pt x="1912619" y="112270"/>
                    <a:pt x="1879345" y="78996"/>
                    <a:pt x="1837181" y="63629"/>
                  </a:cubicBezTo>
                  <a:lnTo>
                    <a:pt x="1836674" y="63375"/>
                  </a:lnTo>
                  <a:lnTo>
                    <a:pt x="1836166" y="63121"/>
                  </a:lnTo>
                  <a:cubicBezTo>
                    <a:pt x="1807972" y="51310"/>
                    <a:pt x="1763268" y="50802"/>
                    <a:pt x="1675003" y="50802"/>
                  </a:cubicBezTo>
                  <a:lnTo>
                    <a:pt x="316611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966832" y="64006"/>
              <a:ext cx="1991616" cy="1320803"/>
            </a:xfrm>
            <a:custGeom>
              <a:avLst/>
              <a:gdLst/>
              <a:ahLst/>
              <a:cxnLst/>
              <a:rect r="r" b="b" t="t" l="l"/>
              <a:pathLst>
                <a:path h="1320803" w="1991616">
                  <a:moveTo>
                    <a:pt x="316612" y="2"/>
                  </a:moveTo>
                  <a:lnTo>
                    <a:pt x="1675004" y="2"/>
                  </a:lnTo>
                  <a:lnTo>
                    <a:pt x="1675004" y="25402"/>
                  </a:lnTo>
                  <a:lnTo>
                    <a:pt x="1675004" y="2"/>
                  </a:lnTo>
                  <a:cubicBezTo>
                    <a:pt x="1757681" y="2"/>
                    <a:pt x="1815593" y="-506"/>
                    <a:pt x="1855725" y="16258"/>
                  </a:cubicBezTo>
                  <a:lnTo>
                    <a:pt x="1845945" y="39753"/>
                  </a:lnTo>
                  <a:lnTo>
                    <a:pt x="1854581" y="15877"/>
                  </a:lnTo>
                  <a:cubicBezTo>
                    <a:pt x="1910969" y="36324"/>
                    <a:pt x="1955292" y="80774"/>
                    <a:pt x="1975739" y="137035"/>
                  </a:cubicBezTo>
                  <a:lnTo>
                    <a:pt x="1951863" y="145671"/>
                  </a:lnTo>
                  <a:lnTo>
                    <a:pt x="1975358" y="135892"/>
                  </a:lnTo>
                  <a:cubicBezTo>
                    <a:pt x="1992122" y="176024"/>
                    <a:pt x="1991614" y="233936"/>
                    <a:pt x="1991614" y="316613"/>
                  </a:cubicBezTo>
                  <a:lnTo>
                    <a:pt x="1966214" y="316613"/>
                  </a:lnTo>
                  <a:lnTo>
                    <a:pt x="1991614" y="316613"/>
                  </a:lnTo>
                  <a:lnTo>
                    <a:pt x="1991614" y="1004191"/>
                  </a:lnTo>
                  <a:lnTo>
                    <a:pt x="1966214" y="1004191"/>
                  </a:lnTo>
                  <a:lnTo>
                    <a:pt x="1991614" y="1004191"/>
                  </a:lnTo>
                  <a:cubicBezTo>
                    <a:pt x="1991614" y="1086868"/>
                    <a:pt x="1992122" y="1144780"/>
                    <a:pt x="1975358" y="1184912"/>
                  </a:cubicBezTo>
                  <a:lnTo>
                    <a:pt x="1951863" y="1175133"/>
                  </a:lnTo>
                  <a:lnTo>
                    <a:pt x="1975739" y="1183769"/>
                  </a:lnTo>
                  <a:cubicBezTo>
                    <a:pt x="1955292" y="1240157"/>
                    <a:pt x="1910842" y="1284480"/>
                    <a:pt x="1854581" y="1304927"/>
                  </a:cubicBezTo>
                  <a:lnTo>
                    <a:pt x="1845945" y="1281051"/>
                  </a:lnTo>
                  <a:lnTo>
                    <a:pt x="1855725" y="1304546"/>
                  </a:lnTo>
                  <a:cubicBezTo>
                    <a:pt x="1815593" y="1321310"/>
                    <a:pt x="1757681" y="1320802"/>
                    <a:pt x="1675004" y="1320802"/>
                  </a:cubicBezTo>
                  <a:lnTo>
                    <a:pt x="316612" y="1320802"/>
                  </a:lnTo>
                  <a:cubicBezTo>
                    <a:pt x="233935" y="1320802"/>
                    <a:pt x="176023" y="1321310"/>
                    <a:pt x="135891" y="1304546"/>
                  </a:cubicBezTo>
                  <a:lnTo>
                    <a:pt x="145670" y="1281051"/>
                  </a:lnTo>
                  <a:lnTo>
                    <a:pt x="137034" y="1304927"/>
                  </a:lnTo>
                  <a:cubicBezTo>
                    <a:pt x="80646" y="1284480"/>
                    <a:pt x="36323" y="1240030"/>
                    <a:pt x="15876" y="1183769"/>
                  </a:cubicBezTo>
                  <a:lnTo>
                    <a:pt x="39753" y="1175133"/>
                  </a:lnTo>
                  <a:lnTo>
                    <a:pt x="16258" y="1184912"/>
                  </a:lnTo>
                  <a:cubicBezTo>
                    <a:pt x="-506" y="1144780"/>
                    <a:pt x="1" y="1086868"/>
                    <a:pt x="1" y="1004191"/>
                  </a:cubicBezTo>
                  <a:lnTo>
                    <a:pt x="25401" y="1004191"/>
                  </a:lnTo>
                  <a:lnTo>
                    <a:pt x="1" y="1004191"/>
                  </a:lnTo>
                  <a:lnTo>
                    <a:pt x="1" y="316613"/>
                  </a:lnTo>
                  <a:lnTo>
                    <a:pt x="25401" y="316613"/>
                  </a:lnTo>
                  <a:lnTo>
                    <a:pt x="1" y="316613"/>
                  </a:lnTo>
                  <a:cubicBezTo>
                    <a:pt x="1" y="233936"/>
                    <a:pt x="-506" y="176024"/>
                    <a:pt x="16258" y="135892"/>
                  </a:cubicBezTo>
                  <a:lnTo>
                    <a:pt x="39753" y="145671"/>
                  </a:lnTo>
                  <a:lnTo>
                    <a:pt x="15876" y="137035"/>
                  </a:lnTo>
                  <a:cubicBezTo>
                    <a:pt x="36323" y="80647"/>
                    <a:pt x="80773" y="36324"/>
                    <a:pt x="137034" y="15877"/>
                  </a:cubicBezTo>
                  <a:lnTo>
                    <a:pt x="145670" y="39753"/>
                  </a:lnTo>
                  <a:lnTo>
                    <a:pt x="135891" y="16258"/>
                  </a:lnTo>
                  <a:cubicBezTo>
                    <a:pt x="176023" y="-506"/>
                    <a:pt x="233935" y="2"/>
                    <a:pt x="316612" y="2"/>
                  </a:cubicBezTo>
                  <a:lnTo>
                    <a:pt x="316612" y="25402"/>
                  </a:lnTo>
                  <a:lnTo>
                    <a:pt x="316612" y="2"/>
                  </a:lnTo>
                  <a:moveTo>
                    <a:pt x="316612" y="50802"/>
                  </a:moveTo>
                  <a:cubicBezTo>
                    <a:pt x="228346" y="50802"/>
                    <a:pt x="183769" y="51310"/>
                    <a:pt x="155449" y="63121"/>
                  </a:cubicBezTo>
                  <a:lnTo>
                    <a:pt x="154941" y="63375"/>
                  </a:lnTo>
                  <a:lnTo>
                    <a:pt x="154433" y="63629"/>
                  </a:lnTo>
                  <a:cubicBezTo>
                    <a:pt x="112269" y="78996"/>
                    <a:pt x="78995" y="112270"/>
                    <a:pt x="63628" y="154434"/>
                  </a:cubicBezTo>
                  <a:lnTo>
                    <a:pt x="63374" y="154942"/>
                  </a:lnTo>
                  <a:lnTo>
                    <a:pt x="63119" y="155450"/>
                  </a:lnTo>
                  <a:cubicBezTo>
                    <a:pt x="51308" y="183644"/>
                    <a:pt x="50801" y="228348"/>
                    <a:pt x="50801" y="316613"/>
                  </a:cubicBezTo>
                  <a:lnTo>
                    <a:pt x="50801" y="1004191"/>
                  </a:lnTo>
                  <a:cubicBezTo>
                    <a:pt x="50801" y="1092456"/>
                    <a:pt x="51308" y="1137033"/>
                    <a:pt x="63119" y="1165354"/>
                  </a:cubicBezTo>
                  <a:lnTo>
                    <a:pt x="63374" y="1165862"/>
                  </a:lnTo>
                  <a:lnTo>
                    <a:pt x="63628" y="1166370"/>
                  </a:lnTo>
                  <a:cubicBezTo>
                    <a:pt x="78995" y="1208534"/>
                    <a:pt x="112269" y="1241808"/>
                    <a:pt x="154433" y="1257175"/>
                  </a:cubicBezTo>
                  <a:lnTo>
                    <a:pt x="154941" y="1257429"/>
                  </a:lnTo>
                  <a:lnTo>
                    <a:pt x="155449" y="1257683"/>
                  </a:lnTo>
                  <a:cubicBezTo>
                    <a:pt x="183642" y="1269494"/>
                    <a:pt x="228346" y="1270002"/>
                    <a:pt x="316612" y="1270002"/>
                  </a:cubicBezTo>
                  <a:lnTo>
                    <a:pt x="1675004" y="1270002"/>
                  </a:lnTo>
                  <a:cubicBezTo>
                    <a:pt x="1763269" y="1270002"/>
                    <a:pt x="1807846" y="1269494"/>
                    <a:pt x="1836167" y="1257683"/>
                  </a:cubicBezTo>
                  <a:lnTo>
                    <a:pt x="1836675" y="1257429"/>
                  </a:lnTo>
                  <a:lnTo>
                    <a:pt x="1837182" y="1257175"/>
                  </a:lnTo>
                  <a:cubicBezTo>
                    <a:pt x="1879346" y="1241808"/>
                    <a:pt x="1912620" y="1208534"/>
                    <a:pt x="1927988" y="1166370"/>
                  </a:cubicBezTo>
                  <a:lnTo>
                    <a:pt x="1928242" y="1165862"/>
                  </a:lnTo>
                  <a:lnTo>
                    <a:pt x="1928496" y="1165354"/>
                  </a:lnTo>
                  <a:cubicBezTo>
                    <a:pt x="1940307" y="1137160"/>
                    <a:pt x="1940815" y="1092456"/>
                    <a:pt x="1940815" y="1004191"/>
                  </a:cubicBezTo>
                  <a:lnTo>
                    <a:pt x="1940815" y="316613"/>
                  </a:lnTo>
                  <a:cubicBezTo>
                    <a:pt x="1940815" y="228348"/>
                    <a:pt x="1940307" y="183771"/>
                    <a:pt x="1928496" y="155450"/>
                  </a:cubicBezTo>
                  <a:lnTo>
                    <a:pt x="1928242" y="154942"/>
                  </a:lnTo>
                  <a:lnTo>
                    <a:pt x="1927988" y="154434"/>
                  </a:lnTo>
                  <a:cubicBezTo>
                    <a:pt x="1912620" y="112270"/>
                    <a:pt x="1879346" y="78996"/>
                    <a:pt x="1837182" y="63629"/>
                  </a:cubicBezTo>
                  <a:lnTo>
                    <a:pt x="1836675" y="63375"/>
                  </a:lnTo>
                  <a:lnTo>
                    <a:pt x="1836167" y="63121"/>
                  </a:lnTo>
                  <a:cubicBezTo>
                    <a:pt x="1807973" y="51310"/>
                    <a:pt x="1763269" y="50802"/>
                    <a:pt x="1675004" y="50802"/>
                  </a:cubicBezTo>
                  <a:lnTo>
                    <a:pt x="316612" y="50802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2401" y="4223337"/>
            <a:ext cx="6811985" cy="5269316"/>
          </a:xfrm>
          <a:custGeom>
            <a:avLst/>
            <a:gdLst/>
            <a:ahLst/>
            <a:cxnLst/>
            <a:rect r="r" b="b" t="t" l="l"/>
            <a:pathLst>
              <a:path h="5269316" w="6811985">
                <a:moveTo>
                  <a:pt x="0" y="0"/>
                </a:moveTo>
                <a:lnTo>
                  <a:pt x="6811985" y="0"/>
                </a:lnTo>
                <a:lnTo>
                  <a:pt x="6811985" y="5269316"/>
                </a:lnTo>
                <a:lnTo>
                  <a:pt x="0" y="5269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4234120" y="7430805"/>
            <a:ext cx="14354185" cy="2997079"/>
            <a:chOff x="0" y="0"/>
            <a:chExt cx="14354188" cy="29970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4047597" cy="2795270"/>
            </a:xfrm>
            <a:custGeom>
              <a:avLst/>
              <a:gdLst/>
              <a:ahLst/>
              <a:cxnLst/>
              <a:rect r="r" b="b" t="t" l="l"/>
              <a:pathLst>
                <a:path h="2795270" w="14047597">
                  <a:moveTo>
                    <a:pt x="9779" y="0"/>
                  </a:moveTo>
                  <a:lnTo>
                    <a:pt x="14047597" y="2745359"/>
                  </a:lnTo>
                  <a:lnTo>
                    <a:pt x="14037818" y="2795270"/>
                  </a:lnTo>
                  <a:lnTo>
                    <a:pt x="14012926" y="2790444"/>
                  </a:lnTo>
                  <a:lnTo>
                    <a:pt x="14017752" y="2765552"/>
                  </a:lnTo>
                  <a:lnTo>
                    <a:pt x="14012926" y="2790444"/>
                  </a:lnTo>
                  <a:lnTo>
                    <a:pt x="0" y="49911"/>
                  </a:lnTo>
                  <a:close/>
                </a:path>
              </a:pathLst>
            </a:custGeom>
            <a:solidFill>
              <a:srgbClr val="F8BA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060805" y="2724150"/>
              <a:ext cx="229870" cy="209423"/>
            </a:xfrm>
            <a:custGeom>
              <a:avLst/>
              <a:gdLst/>
              <a:ahLst/>
              <a:cxnLst/>
              <a:rect r="r" b="b" t="t" l="l"/>
              <a:pathLst>
                <a:path h="209423" w="229870">
                  <a:moveTo>
                    <a:pt x="0" y="209423"/>
                  </a:moveTo>
                  <a:lnTo>
                    <a:pt x="229870" y="145669"/>
                  </a:lnTo>
                  <a:lnTo>
                    <a:pt x="40894" y="0"/>
                  </a:lnTo>
                  <a:close/>
                </a:path>
              </a:pathLst>
            </a:custGeom>
            <a:solidFill>
              <a:srgbClr val="F8BA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035" y="5066109"/>
            <a:ext cx="6811985" cy="5269316"/>
          </a:xfrm>
          <a:custGeom>
            <a:avLst/>
            <a:gdLst/>
            <a:ahLst/>
            <a:cxnLst/>
            <a:rect r="r" b="b" t="t" l="l"/>
            <a:pathLst>
              <a:path h="5269316" w="6811985">
                <a:moveTo>
                  <a:pt x="0" y="0"/>
                </a:moveTo>
                <a:lnTo>
                  <a:pt x="6811984" y="0"/>
                </a:lnTo>
                <a:lnTo>
                  <a:pt x="6811984" y="5269316"/>
                </a:lnTo>
                <a:lnTo>
                  <a:pt x="0" y="526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164082" y="8341643"/>
            <a:ext cx="13784313" cy="340357"/>
            <a:chOff x="0" y="0"/>
            <a:chExt cx="13784313" cy="340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144780"/>
              <a:ext cx="13469365" cy="50800"/>
            </a:xfrm>
            <a:custGeom>
              <a:avLst/>
              <a:gdLst/>
              <a:ahLst/>
              <a:cxnLst/>
              <a:rect r="r" b="b" t="t" l="l"/>
              <a:pathLst>
                <a:path h="50800" w="13469365">
                  <a:moveTo>
                    <a:pt x="0" y="0"/>
                  </a:moveTo>
                  <a:lnTo>
                    <a:pt x="13443965" y="0"/>
                  </a:lnTo>
                  <a:lnTo>
                    <a:pt x="13443965" y="25400"/>
                  </a:lnTo>
                  <a:lnTo>
                    <a:pt x="13443965" y="0"/>
                  </a:lnTo>
                  <a:lnTo>
                    <a:pt x="13469365" y="0"/>
                  </a:lnTo>
                  <a:lnTo>
                    <a:pt x="134693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BA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507465" y="63500"/>
              <a:ext cx="213361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1">
                  <a:moveTo>
                    <a:pt x="0" y="213360"/>
                  </a:moveTo>
                  <a:lnTo>
                    <a:pt x="213361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852031" y="7074132"/>
            <a:ext cx="4011339" cy="2875388"/>
          </a:xfrm>
          <a:custGeom>
            <a:avLst/>
            <a:gdLst/>
            <a:ahLst/>
            <a:cxnLst/>
            <a:rect r="r" b="b" t="t" l="l"/>
            <a:pathLst>
              <a:path h="2875388" w="4011339">
                <a:moveTo>
                  <a:pt x="0" y="0"/>
                </a:moveTo>
                <a:lnTo>
                  <a:pt x="4011340" y="0"/>
                </a:lnTo>
                <a:lnTo>
                  <a:pt x="4011340" y="2875388"/>
                </a:lnTo>
                <a:lnTo>
                  <a:pt x="0" y="287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9591" y="4440364"/>
            <a:ext cx="971941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2415" y="4487066"/>
            <a:ext cx="217316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035" y="5066109"/>
            <a:ext cx="6811985" cy="5269316"/>
          </a:xfrm>
          <a:custGeom>
            <a:avLst/>
            <a:gdLst/>
            <a:ahLst/>
            <a:cxnLst/>
            <a:rect r="r" b="b" t="t" l="l"/>
            <a:pathLst>
              <a:path h="5269316" w="6811985">
                <a:moveTo>
                  <a:pt x="0" y="0"/>
                </a:moveTo>
                <a:lnTo>
                  <a:pt x="6811984" y="0"/>
                </a:lnTo>
                <a:lnTo>
                  <a:pt x="6811984" y="5269316"/>
                </a:lnTo>
                <a:lnTo>
                  <a:pt x="0" y="526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164082" y="8341643"/>
            <a:ext cx="13784313" cy="340357"/>
            <a:chOff x="0" y="0"/>
            <a:chExt cx="13784313" cy="340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144780"/>
              <a:ext cx="13469365" cy="50800"/>
            </a:xfrm>
            <a:custGeom>
              <a:avLst/>
              <a:gdLst/>
              <a:ahLst/>
              <a:cxnLst/>
              <a:rect r="r" b="b" t="t" l="l"/>
              <a:pathLst>
                <a:path h="50800" w="13469365">
                  <a:moveTo>
                    <a:pt x="0" y="0"/>
                  </a:moveTo>
                  <a:lnTo>
                    <a:pt x="13443965" y="0"/>
                  </a:lnTo>
                  <a:lnTo>
                    <a:pt x="13443965" y="25400"/>
                  </a:lnTo>
                  <a:lnTo>
                    <a:pt x="13443965" y="0"/>
                  </a:lnTo>
                  <a:lnTo>
                    <a:pt x="13469365" y="0"/>
                  </a:lnTo>
                  <a:lnTo>
                    <a:pt x="134693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BA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507465" y="63500"/>
              <a:ext cx="213361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1">
                  <a:moveTo>
                    <a:pt x="0" y="213360"/>
                  </a:moveTo>
                  <a:lnTo>
                    <a:pt x="213361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852031" y="7074132"/>
            <a:ext cx="4011339" cy="2875388"/>
          </a:xfrm>
          <a:custGeom>
            <a:avLst/>
            <a:gdLst/>
            <a:ahLst/>
            <a:cxnLst/>
            <a:rect r="r" b="b" t="t" l="l"/>
            <a:pathLst>
              <a:path h="2875388" w="4011339">
                <a:moveTo>
                  <a:pt x="0" y="0"/>
                </a:moveTo>
                <a:lnTo>
                  <a:pt x="4011340" y="0"/>
                </a:lnTo>
                <a:lnTo>
                  <a:pt x="4011340" y="2875388"/>
                </a:lnTo>
                <a:lnTo>
                  <a:pt x="0" y="287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9591" y="4440364"/>
            <a:ext cx="971941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2415" y="4487066"/>
            <a:ext cx="217316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76728" y="7148646"/>
            <a:ext cx="10115312" cy="85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state change triggers a </a:t>
            </a:r>
            <a:r>
              <a:rPr lang="en-US" b="true" sz="2799" spc="27">
                <a:solidFill>
                  <a:srgbClr val="FAE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re-render</a:t>
            </a: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</a:t>
            </a:r>
            <a:r>
              <a:rPr lang="en-US" b="true" sz="2799" spc="27">
                <a:solidFill>
                  <a:srgbClr val="FAE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re-render</a:t>
            </a: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represents the actual DOM being manipulated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63841" y="8012249"/>
            <a:ext cx="4124763" cy="42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when the state changes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035" y="5066109"/>
            <a:ext cx="6811985" cy="5269316"/>
          </a:xfrm>
          <a:custGeom>
            <a:avLst/>
            <a:gdLst/>
            <a:ahLst/>
            <a:cxnLst/>
            <a:rect r="r" b="b" t="t" l="l"/>
            <a:pathLst>
              <a:path h="5269316" w="6811985">
                <a:moveTo>
                  <a:pt x="0" y="0"/>
                </a:moveTo>
                <a:lnTo>
                  <a:pt x="6811984" y="0"/>
                </a:lnTo>
                <a:lnTo>
                  <a:pt x="6811984" y="5269316"/>
                </a:lnTo>
                <a:lnTo>
                  <a:pt x="0" y="526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164082" y="8341643"/>
            <a:ext cx="13784313" cy="340357"/>
            <a:chOff x="0" y="0"/>
            <a:chExt cx="13784313" cy="340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144780"/>
              <a:ext cx="13469365" cy="50800"/>
            </a:xfrm>
            <a:custGeom>
              <a:avLst/>
              <a:gdLst/>
              <a:ahLst/>
              <a:cxnLst/>
              <a:rect r="r" b="b" t="t" l="l"/>
              <a:pathLst>
                <a:path h="50800" w="13469365">
                  <a:moveTo>
                    <a:pt x="0" y="0"/>
                  </a:moveTo>
                  <a:lnTo>
                    <a:pt x="13443965" y="0"/>
                  </a:lnTo>
                  <a:lnTo>
                    <a:pt x="13443965" y="25400"/>
                  </a:lnTo>
                  <a:lnTo>
                    <a:pt x="13443965" y="0"/>
                  </a:lnTo>
                  <a:lnTo>
                    <a:pt x="13469365" y="0"/>
                  </a:lnTo>
                  <a:lnTo>
                    <a:pt x="134693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BA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507465" y="63500"/>
              <a:ext cx="213361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1">
                  <a:moveTo>
                    <a:pt x="0" y="213360"/>
                  </a:moveTo>
                  <a:lnTo>
                    <a:pt x="213361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852031" y="7074132"/>
            <a:ext cx="4011339" cy="2875388"/>
          </a:xfrm>
          <a:custGeom>
            <a:avLst/>
            <a:gdLst/>
            <a:ahLst/>
            <a:cxnLst/>
            <a:rect r="r" b="b" t="t" l="l"/>
            <a:pathLst>
              <a:path h="2875388" w="4011339">
                <a:moveTo>
                  <a:pt x="0" y="0"/>
                </a:moveTo>
                <a:lnTo>
                  <a:pt x="4011340" y="0"/>
                </a:lnTo>
                <a:lnTo>
                  <a:pt x="4011340" y="2875388"/>
                </a:lnTo>
                <a:lnTo>
                  <a:pt x="0" y="287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147861" y="7489079"/>
            <a:ext cx="679199" cy="617449"/>
          </a:xfrm>
          <a:custGeom>
            <a:avLst/>
            <a:gdLst/>
            <a:ahLst/>
            <a:cxnLst/>
            <a:rect r="r" b="b" t="t" l="l"/>
            <a:pathLst>
              <a:path h="617449" w="679199">
                <a:moveTo>
                  <a:pt x="0" y="0"/>
                </a:moveTo>
                <a:lnTo>
                  <a:pt x="679199" y="0"/>
                </a:lnTo>
                <a:lnTo>
                  <a:pt x="679199" y="617448"/>
                </a:lnTo>
                <a:lnTo>
                  <a:pt x="0" y="617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9591" y="4440364"/>
            <a:ext cx="971941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92415" y="4487066"/>
            <a:ext cx="217316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6728" y="7148646"/>
            <a:ext cx="10115312" cy="85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state change triggers a </a:t>
            </a:r>
            <a:r>
              <a:rPr lang="en-US" b="true" sz="2799" spc="27">
                <a:solidFill>
                  <a:srgbClr val="FAE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re-render</a:t>
            </a: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</a:t>
            </a:r>
            <a:r>
              <a:rPr lang="en-US" b="true" sz="2799" spc="27">
                <a:solidFill>
                  <a:srgbClr val="FAE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re-render</a:t>
            </a: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represents the actual DOM being manipulated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3841" y="8012249"/>
            <a:ext cx="4124763" cy="42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b="true" sz="2799" spc="2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when the state changes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1721" y="8271596"/>
            <a:ext cx="331308" cy="3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23">
                <a:solidFill>
                  <a:srgbClr val="F8BA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05011" y="7552439"/>
            <a:ext cx="576196" cy="68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spc="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3185" y="1245822"/>
            <a:ext cx="11747983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State/Components/Re-rendering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01137" y="6497764"/>
            <a:ext cx="18749353" cy="92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You usually have to deﬁne all your components once And then all you have to do is update the state of your app, React takes care of re-rendering your app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7053" y="1579350"/>
            <a:ext cx="20789903" cy="11087100"/>
          </a:xfrm>
          <a:custGeom>
            <a:avLst/>
            <a:gdLst/>
            <a:ahLst/>
            <a:cxnLst/>
            <a:rect r="r" b="b" t="t" l="l"/>
            <a:pathLst>
              <a:path h="11087100" w="20789903">
                <a:moveTo>
                  <a:pt x="0" y="0"/>
                </a:moveTo>
                <a:lnTo>
                  <a:pt x="20789903" y="0"/>
                </a:lnTo>
                <a:lnTo>
                  <a:pt x="20789903" y="11087100"/>
                </a:lnTo>
                <a:lnTo>
                  <a:pt x="0" y="1108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0974" y="364474"/>
            <a:ext cx="18300887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create a counter app using state/components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2600" y="12960067"/>
            <a:ext cx="1253959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https://gist.github.com/hkirat/c3d98735cec445e718b08f972dda7101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28809" y="1835982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3"/>
                </a:lnTo>
                <a:lnTo>
                  <a:pt x="0" y="110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128570" y="4827318"/>
            <a:ext cx="5888164" cy="340357"/>
            <a:chOff x="0" y="0"/>
            <a:chExt cx="5888164" cy="340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144780"/>
              <a:ext cx="5573141" cy="50800"/>
            </a:xfrm>
            <a:custGeom>
              <a:avLst/>
              <a:gdLst/>
              <a:ahLst/>
              <a:cxnLst/>
              <a:rect r="r" b="b" t="t" l="l"/>
              <a:pathLst>
                <a:path h="50800" w="5573141">
                  <a:moveTo>
                    <a:pt x="0" y="0"/>
                  </a:moveTo>
                  <a:lnTo>
                    <a:pt x="5547741" y="0"/>
                  </a:lnTo>
                  <a:lnTo>
                    <a:pt x="5547741" y="25400"/>
                  </a:lnTo>
                  <a:lnTo>
                    <a:pt x="5547741" y="0"/>
                  </a:lnTo>
                  <a:lnTo>
                    <a:pt x="5573141" y="0"/>
                  </a:lnTo>
                  <a:lnTo>
                    <a:pt x="55731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611241" y="6350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285444" y="4469854"/>
            <a:ext cx="2316375" cy="958386"/>
            <a:chOff x="0" y="0"/>
            <a:chExt cx="2316378" cy="9583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6353" cy="958342"/>
            </a:xfrm>
            <a:custGeom>
              <a:avLst/>
              <a:gdLst/>
              <a:ahLst/>
              <a:cxnLst/>
              <a:rect r="r" b="b" t="t" l="l"/>
              <a:pathLst>
                <a:path h="958342" w="2316353">
                  <a:moveTo>
                    <a:pt x="12700" y="0"/>
                  </a:moveTo>
                  <a:lnTo>
                    <a:pt x="2316353" y="0"/>
                  </a:lnTo>
                  <a:lnTo>
                    <a:pt x="2316353" y="958342"/>
                  </a:lnTo>
                  <a:lnTo>
                    <a:pt x="0" y="958342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5642"/>
                  </a:lnTo>
                  <a:lnTo>
                    <a:pt x="12700" y="945642"/>
                  </a:lnTo>
                  <a:lnTo>
                    <a:pt x="12700" y="932942"/>
                  </a:lnTo>
                  <a:lnTo>
                    <a:pt x="2303653" y="932942"/>
                  </a:lnTo>
                  <a:lnTo>
                    <a:pt x="2303653" y="945642"/>
                  </a:lnTo>
                  <a:lnTo>
                    <a:pt x="2290953" y="945642"/>
                  </a:lnTo>
                  <a:lnTo>
                    <a:pt x="2290953" y="12700"/>
                  </a:lnTo>
                  <a:lnTo>
                    <a:pt x="2303653" y="12700"/>
                  </a:lnTo>
                  <a:lnTo>
                    <a:pt x="23036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220974" y="364474"/>
            <a:ext cx="18300887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create a counter app using state/components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7696" y="4815068"/>
            <a:ext cx="374046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State initialisation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28809" y="1835982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3"/>
                </a:lnTo>
                <a:lnTo>
                  <a:pt x="0" y="110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893816" y="7746359"/>
            <a:ext cx="12661763" cy="2572464"/>
            <a:chOff x="0" y="0"/>
            <a:chExt cx="12661760" cy="25724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505829" y="741934"/>
              <a:ext cx="6092444" cy="1767078"/>
            </a:xfrm>
            <a:custGeom>
              <a:avLst/>
              <a:gdLst/>
              <a:ahLst/>
              <a:cxnLst/>
              <a:rect r="r" b="b" t="t" l="l"/>
              <a:pathLst>
                <a:path h="1767078" w="6092444">
                  <a:moveTo>
                    <a:pt x="12700" y="0"/>
                  </a:moveTo>
                  <a:lnTo>
                    <a:pt x="6092444" y="0"/>
                  </a:lnTo>
                  <a:lnTo>
                    <a:pt x="6092444" y="1767078"/>
                  </a:lnTo>
                  <a:lnTo>
                    <a:pt x="0" y="1767078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54378"/>
                  </a:lnTo>
                  <a:lnTo>
                    <a:pt x="12700" y="1754378"/>
                  </a:lnTo>
                  <a:lnTo>
                    <a:pt x="12700" y="1741678"/>
                  </a:lnTo>
                  <a:lnTo>
                    <a:pt x="6079744" y="1741678"/>
                  </a:lnTo>
                  <a:lnTo>
                    <a:pt x="6079744" y="1754378"/>
                  </a:lnTo>
                  <a:lnTo>
                    <a:pt x="6067044" y="1754378"/>
                  </a:lnTo>
                  <a:lnTo>
                    <a:pt x="6067044" y="12700"/>
                  </a:lnTo>
                  <a:lnTo>
                    <a:pt x="6079744" y="12700"/>
                  </a:lnTo>
                  <a:lnTo>
                    <a:pt x="607974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6292215" cy="1543177"/>
            </a:xfrm>
            <a:custGeom>
              <a:avLst/>
              <a:gdLst/>
              <a:ahLst/>
              <a:cxnLst/>
              <a:rect r="r" b="b" t="t" l="l"/>
              <a:pathLst>
                <a:path h="1543177" w="6292215">
                  <a:moveTo>
                    <a:pt x="11811" y="0"/>
                  </a:moveTo>
                  <a:lnTo>
                    <a:pt x="6292215" y="1493774"/>
                  </a:lnTo>
                  <a:lnTo>
                    <a:pt x="6280404" y="1543177"/>
                  </a:lnTo>
                  <a:lnTo>
                    <a:pt x="6255639" y="1537335"/>
                  </a:lnTo>
                  <a:lnTo>
                    <a:pt x="6261481" y="1512570"/>
                  </a:lnTo>
                  <a:lnTo>
                    <a:pt x="6255639" y="1537335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00470" y="1472311"/>
              <a:ext cx="232283" cy="207518"/>
            </a:xfrm>
            <a:custGeom>
              <a:avLst/>
              <a:gdLst/>
              <a:ahLst/>
              <a:cxnLst/>
              <a:rect r="r" b="b" t="t" l="l"/>
              <a:pathLst>
                <a:path h="207518" w="232283">
                  <a:moveTo>
                    <a:pt x="0" y="207518"/>
                  </a:moveTo>
                  <a:lnTo>
                    <a:pt x="232283" y="153162"/>
                  </a:lnTo>
                  <a:lnTo>
                    <a:pt x="4940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894283" y="5369176"/>
            <a:ext cx="9898085" cy="2305298"/>
            <a:chOff x="0" y="0"/>
            <a:chExt cx="9898088" cy="2305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505448" y="63500"/>
              <a:ext cx="3329178" cy="1447927"/>
            </a:xfrm>
            <a:custGeom>
              <a:avLst/>
              <a:gdLst/>
              <a:ahLst/>
              <a:cxnLst/>
              <a:rect r="r" b="b" t="t" l="l"/>
              <a:pathLst>
                <a:path h="1447927" w="3329178">
                  <a:moveTo>
                    <a:pt x="12700" y="0"/>
                  </a:moveTo>
                  <a:lnTo>
                    <a:pt x="3329178" y="0"/>
                  </a:lnTo>
                  <a:lnTo>
                    <a:pt x="3329178" y="1447927"/>
                  </a:lnTo>
                  <a:lnTo>
                    <a:pt x="0" y="1447927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5227"/>
                  </a:lnTo>
                  <a:lnTo>
                    <a:pt x="12700" y="1435227"/>
                  </a:lnTo>
                  <a:lnTo>
                    <a:pt x="12700" y="1422527"/>
                  </a:lnTo>
                  <a:lnTo>
                    <a:pt x="3316478" y="1422527"/>
                  </a:lnTo>
                  <a:lnTo>
                    <a:pt x="3316478" y="1435227"/>
                  </a:lnTo>
                  <a:lnTo>
                    <a:pt x="3303778" y="1435227"/>
                  </a:lnTo>
                  <a:lnTo>
                    <a:pt x="3303778" y="12700"/>
                  </a:lnTo>
                  <a:lnTo>
                    <a:pt x="3316478" y="12700"/>
                  </a:lnTo>
                  <a:lnTo>
                    <a:pt x="331647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805942"/>
              <a:ext cx="6290691" cy="1435862"/>
            </a:xfrm>
            <a:custGeom>
              <a:avLst/>
              <a:gdLst/>
              <a:ahLst/>
              <a:cxnLst/>
              <a:rect r="r" b="b" t="t" l="l"/>
              <a:pathLst>
                <a:path h="1435862" w="6290691">
                  <a:moveTo>
                    <a:pt x="0" y="1386205"/>
                  </a:moveTo>
                  <a:lnTo>
                    <a:pt x="6255004" y="5461"/>
                  </a:lnTo>
                  <a:lnTo>
                    <a:pt x="6260465" y="30226"/>
                  </a:lnTo>
                  <a:lnTo>
                    <a:pt x="6255004" y="5461"/>
                  </a:lnTo>
                  <a:lnTo>
                    <a:pt x="6279769" y="0"/>
                  </a:lnTo>
                  <a:lnTo>
                    <a:pt x="6290691" y="49657"/>
                  </a:lnTo>
                  <a:lnTo>
                    <a:pt x="10922" y="14358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00978" y="732028"/>
              <a:ext cx="231394" cy="208280"/>
            </a:xfrm>
            <a:custGeom>
              <a:avLst/>
              <a:gdLst/>
              <a:ahLst/>
              <a:cxnLst/>
              <a:rect r="r" b="b" t="t" l="l"/>
              <a:pathLst>
                <a:path h="208280" w="231394">
                  <a:moveTo>
                    <a:pt x="45974" y="208280"/>
                  </a:moveTo>
                  <a:lnTo>
                    <a:pt x="231394" y="58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20974" y="364474"/>
            <a:ext cx="18300887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create a counter app using state/components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2865" y="7491984"/>
            <a:ext cx="621131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Deﬁning the button component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28809" y="1835982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3"/>
                </a:lnTo>
                <a:lnTo>
                  <a:pt x="0" y="110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899760" y="6854419"/>
            <a:ext cx="13840835" cy="1574902"/>
            <a:chOff x="0" y="0"/>
            <a:chExt cx="13840841" cy="157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499988" y="63500"/>
              <a:ext cx="7277354" cy="1447927"/>
            </a:xfrm>
            <a:custGeom>
              <a:avLst/>
              <a:gdLst/>
              <a:ahLst/>
              <a:cxnLst/>
              <a:rect r="r" b="b" t="t" l="l"/>
              <a:pathLst>
                <a:path h="1447927" w="7277354">
                  <a:moveTo>
                    <a:pt x="12699" y="0"/>
                  </a:moveTo>
                  <a:lnTo>
                    <a:pt x="7277354" y="0"/>
                  </a:lnTo>
                  <a:lnTo>
                    <a:pt x="7277354" y="1447927"/>
                  </a:lnTo>
                  <a:lnTo>
                    <a:pt x="0" y="1435227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5227"/>
                  </a:lnTo>
                  <a:lnTo>
                    <a:pt x="12700" y="1435227"/>
                  </a:lnTo>
                  <a:lnTo>
                    <a:pt x="12700" y="1422527"/>
                  </a:lnTo>
                  <a:lnTo>
                    <a:pt x="7264654" y="1422527"/>
                  </a:lnTo>
                  <a:lnTo>
                    <a:pt x="7264654" y="1435227"/>
                  </a:lnTo>
                  <a:lnTo>
                    <a:pt x="7251954" y="1435227"/>
                  </a:lnTo>
                  <a:lnTo>
                    <a:pt x="7251954" y="12700"/>
                  </a:lnTo>
                  <a:lnTo>
                    <a:pt x="7264654" y="12700"/>
                  </a:lnTo>
                  <a:lnTo>
                    <a:pt x="7264654" y="25400"/>
                  </a:lnTo>
                  <a:lnTo>
                    <a:pt x="12699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706374"/>
              <a:ext cx="6269482" cy="50800"/>
            </a:xfrm>
            <a:custGeom>
              <a:avLst/>
              <a:gdLst/>
              <a:ahLst/>
              <a:cxnLst/>
              <a:rect r="r" b="b" t="t" l="l"/>
              <a:pathLst>
                <a:path h="50800" w="6269482">
                  <a:moveTo>
                    <a:pt x="0" y="0"/>
                  </a:moveTo>
                  <a:lnTo>
                    <a:pt x="6244082" y="0"/>
                  </a:lnTo>
                  <a:lnTo>
                    <a:pt x="6244082" y="25400"/>
                  </a:lnTo>
                  <a:lnTo>
                    <a:pt x="6244082" y="0"/>
                  </a:lnTo>
                  <a:lnTo>
                    <a:pt x="6269482" y="0"/>
                  </a:lnTo>
                  <a:lnTo>
                    <a:pt x="62694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07582" y="625094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220974" y="364474"/>
            <a:ext cx="18300887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create a counter app using state/components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34561" y="7403744"/>
            <a:ext cx="3022302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react library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5819" y="2146087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4"/>
                </a:lnTo>
                <a:lnTo>
                  <a:pt x="0" y="11031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452705" y="7703820"/>
            <a:ext cx="3986384" cy="340357"/>
            <a:chOff x="0" y="0"/>
            <a:chExt cx="3986390" cy="340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144780"/>
              <a:ext cx="3671443" cy="50800"/>
            </a:xfrm>
            <a:custGeom>
              <a:avLst/>
              <a:gdLst/>
              <a:ahLst/>
              <a:cxnLst/>
              <a:rect r="r" b="b" t="t" l="l"/>
              <a:pathLst>
                <a:path h="50800" w="3671443">
                  <a:moveTo>
                    <a:pt x="0" y="0"/>
                  </a:moveTo>
                  <a:lnTo>
                    <a:pt x="3646043" y="0"/>
                  </a:lnTo>
                  <a:lnTo>
                    <a:pt x="3646043" y="25400"/>
                  </a:lnTo>
                  <a:lnTo>
                    <a:pt x="3646043" y="0"/>
                  </a:lnTo>
                  <a:lnTo>
                    <a:pt x="3671443" y="0"/>
                  </a:lnTo>
                  <a:lnTo>
                    <a:pt x="367144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709543" y="6350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246875" y="3540042"/>
            <a:ext cx="10877502" cy="7472543"/>
          </a:xfrm>
          <a:custGeom>
            <a:avLst/>
            <a:gdLst/>
            <a:ahLst/>
            <a:cxnLst/>
            <a:rect r="r" b="b" t="t" l="l"/>
            <a:pathLst>
              <a:path h="7472543" w="10877502">
                <a:moveTo>
                  <a:pt x="0" y="0"/>
                </a:moveTo>
                <a:lnTo>
                  <a:pt x="10877502" y="0"/>
                </a:lnTo>
                <a:lnTo>
                  <a:pt x="10877502" y="7472544"/>
                </a:lnTo>
                <a:lnTo>
                  <a:pt x="0" y="7472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5429" y="364474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1952" y="2792292"/>
            <a:ext cx="13499678" cy="9273911"/>
          </a:xfrm>
          <a:custGeom>
            <a:avLst/>
            <a:gdLst/>
            <a:ahLst/>
            <a:cxnLst/>
            <a:rect r="r" b="b" t="t" l="l"/>
            <a:pathLst>
              <a:path h="9273911" w="13499678">
                <a:moveTo>
                  <a:pt x="0" y="0"/>
                </a:moveTo>
                <a:lnTo>
                  <a:pt x="13499677" y="0"/>
                </a:lnTo>
                <a:lnTo>
                  <a:pt x="13499677" y="9273911"/>
                </a:lnTo>
                <a:lnTo>
                  <a:pt x="0" y="9273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75429" y="364474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9710" y="7361063"/>
            <a:ext cx="8354168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Lets start small, and then build up to this app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14336" y="1757496"/>
            <a:ext cx="10046846" cy="10974819"/>
          </a:xfrm>
          <a:custGeom>
            <a:avLst/>
            <a:gdLst/>
            <a:ahLst/>
            <a:cxnLst/>
            <a:rect r="r" b="b" t="t" l="l"/>
            <a:pathLst>
              <a:path h="10974819" w="10046846">
                <a:moveTo>
                  <a:pt x="0" y="0"/>
                </a:moveTo>
                <a:lnTo>
                  <a:pt x="10046846" y="0"/>
                </a:lnTo>
                <a:lnTo>
                  <a:pt x="10046846" y="10974819"/>
                </a:lnTo>
                <a:lnTo>
                  <a:pt x="0" y="1097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75429" y="364474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6779" y="7361063"/>
            <a:ext cx="785012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Lets start with a simple button component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69902" y="13204079"/>
            <a:ext cx="12489075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https://gist.github.com/hkirat/db15d13b42c906269b3114efb96d820f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14336" y="1757496"/>
            <a:ext cx="10046846" cy="10974819"/>
          </a:xfrm>
          <a:custGeom>
            <a:avLst/>
            <a:gdLst/>
            <a:ahLst/>
            <a:cxnLst/>
            <a:rect r="r" b="b" t="t" l="l"/>
            <a:pathLst>
              <a:path h="10974819" w="10046846">
                <a:moveTo>
                  <a:pt x="0" y="0"/>
                </a:moveTo>
                <a:lnTo>
                  <a:pt x="10046846" y="0"/>
                </a:lnTo>
                <a:lnTo>
                  <a:pt x="10046846" y="10974819"/>
                </a:lnTo>
                <a:lnTo>
                  <a:pt x="0" y="1097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6996255" y="6844151"/>
            <a:ext cx="13586355" cy="4869885"/>
            <a:chOff x="0" y="0"/>
            <a:chExt cx="13586358" cy="48698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892419" y="63500"/>
              <a:ext cx="7630541" cy="4742942"/>
            </a:xfrm>
            <a:custGeom>
              <a:avLst/>
              <a:gdLst/>
              <a:ahLst/>
              <a:cxnLst/>
              <a:rect r="r" b="b" t="t" l="l"/>
              <a:pathLst>
                <a:path h="4742942" w="7630541">
                  <a:moveTo>
                    <a:pt x="12700" y="0"/>
                  </a:moveTo>
                  <a:lnTo>
                    <a:pt x="7630542" y="12700"/>
                  </a:lnTo>
                  <a:lnTo>
                    <a:pt x="7630542" y="4742942"/>
                  </a:lnTo>
                  <a:lnTo>
                    <a:pt x="0" y="4730242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730242"/>
                  </a:lnTo>
                  <a:lnTo>
                    <a:pt x="12700" y="4730242"/>
                  </a:lnTo>
                  <a:lnTo>
                    <a:pt x="12700" y="4717542"/>
                  </a:lnTo>
                  <a:lnTo>
                    <a:pt x="7605142" y="4730242"/>
                  </a:lnTo>
                  <a:lnTo>
                    <a:pt x="7605142" y="12700"/>
                  </a:lnTo>
                  <a:lnTo>
                    <a:pt x="7617842" y="12700"/>
                  </a:lnTo>
                  <a:lnTo>
                    <a:pt x="761784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716532"/>
              <a:ext cx="5574411" cy="50800"/>
            </a:xfrm>
            <a:custGeom>
              <a:avLst/>
              <a:gdLst/>
              <a:ahLst/>
              <a:cxnLst/>
              <a:rect r="r" b="b" t="t" l="l"/>
              <a:pathLst>
                <a:path h="50800" w="5574411">
                  <a:moveTo>
                    <a:pt x="0" y="0"/>
                  </a:moveTo>
                  <a:lnTo>
                    <a:pt x="5549011" y="0"/>
                  </a:lnTo>
                  <a:lnTo>
                    <a:pt x="5549011" y="25400"/>
                  </a:lnTo>
                  <a:lnTo>
                    <a:pt x="5549011" y="0"/>
                  </a:lnTo>
                  <a:lnTo>
                    <a:pt x="5574411" y="0"/>
                  </a:lnTo>
                  <a:lnTo>
                    <a:pt x="557441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BA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612511" y="1635252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213360"/>
                  </a:move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5429" y="364474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7290" y="8403707"/>
            <a:ext cx="5116963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Deﬁning Button component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6827" y="13024542"/>
            <a:ext cx="12574962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https://gist.github.com/hkirat/8801c2cfad70853decd0ad1759d4e63c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888630" y="6907654"/>
            <a:ext cx="7630478" cy="4742888"/>
            <a:chOff x="0" y="0"/>
            <a:chExt cx="7630478" cy="4742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0541" cy="4742942"/>
            </a:xfrm>
            <a:custGeom>
              <a:avLst/>
              <a:gdLst/>
              <a:ahLst/>
              <a:cxnLst/>
              <a:rect r="r" b="b" t="t" l="l"/>
              <a:pathLst>
                <a:path h="4742942" w="7630541">
                  <a:moveTo>
                    <a:pt x="12700" y="0"/>
                  </a:moveTo>
                  <a:lnTo>
                    <a:pt x="7630541" y="12700"/>
                  </a:lnTo>
                  <a:lnTo>
                    <a:pt x="7630541" y="4742942"/>
                  </a:lnTo>
                  <a:lnTo>
                    <a:pt x="0" y="4730242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730242"/>
                  </a:lnTo>
                  <a:lnTo>
                    <a:pt x="12700" y="4730242"/>
                  </a:lnTo>
                  <a:lnTo>
                    <a:pt x="12700" y="4717542"/>
                  </a:lnTo>
                  <a:lnTo>
                    <a:pt x="7605141" y="4730242"/>
                  </a:lnTo>
                  <a:lnTo>
                    <a:pt x="7605141" y="12700"/>
                  </a:lnTo>
                  <a:lnTo>
                    <a:pt x="7617841" y="12700"/>
                  </a:lnTo>
                  <a:lnTo>
                    <a:pt x="761784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65368" y="1986658"/>
            <a:ext cx="10046846" cy="10974819"/>
          </a:xfrm>
          <a:custGeom>
            <a:avLst/>
            <a:gdLst/>
            <a:ahLst/>
            <a:cxnLst/>
            <a:rect r="r" b="b" t="t" l="l"/>
            <a:pathLst>
              <a:path h="10974819" w="10046846">
                <a:moveTo>
                  <a:pt x="0" y="0"/>
                </a:moveTo>
                <a:lnTo>
                  <a:pt x="10046846" y="0"/>
                </a:lnTo>
                <a:lnTo>
                  <a:pt x="10046846" y="10974819"/>
                </a:lnTo>
                <a:lnTo>
                  <a:pt x="0" y="1097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8819" y="1994983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3"/>
                </a:lnTo>
                <a:lnTo>
                  <a:pt x="0" y="11031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31668" y="5586736"/>
            <a:ext cx="5657964" cy="1346597"/>
            <a:chOff x="0" y="0"/>
            <a:chExt cx="5657964" cy="1346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57977" cy="1346581"/>
            </a:xfrm>
            <a:custGeom>
              <a:avLst/>
              <a:gdLst/>
              <a:ahLst/>
              <a:cxnLst/>
              <a:rect r="r" b="b" t="t" l="l"/>
              <a:pathLst>
                <a:path h="1346581" w="5657977">
                  <a:moveTo>
                    <a:pt x="12700" y="0"/>
                  </a:moveTo>
                  <a:lnTo>
                    <a:pt x="5657977" y="0"/>
                  </a:lnTo>
                  <a:lnTo>
                    <a:pt x="5657977" y="1346581"/>
                  </a:lnTo>
                  <a:lnTo>
                    <a:pt x="0" y="1346581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33881"/>
                  </a:lnTo>
                  <a:lnTo>
                    <a:pt x="12700" y="1333881"/>
                  </a:lnTo>
                  <a:lnTo>
                    <a:pt x="12700" y="1321181"/>
                  </a:lnTo>
                  <a:lnTo>
                    <a:pt x="5645277" y="1321181"/>
                  </a:lnTo>
                  <a:lnTo>
                    <a:pt x="5645277" y="1333881"/>
                  </a:lnTo>
                  <a:lnTo>
                    <a:pt x="5632577" y="1333881"/>
                  </a:lnTo>
                  <a:lnTo>
                    <a:pt x="5632577" y="12700"/>
                  </a:lnTo>
                  <a:lnTo>
                    <a:pt x="5645277" y="12700"/>
                  </a:lnTo>
                  <a:lnTo>
                    <a:pt x="564527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74991" y="8602599"/>
            <a:ext cx="5998226" cy="1884626"/>
            <a:chOff x="0" y="0"/>
            <a:chExt cx="5998223" cy="18846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98210" cy="1884680"/>
            </a:xfrm>
            <a:custGeom>
              <a:avLst/>
              <a:gdLst/>
              <a:ahLst/>
              <a:cxnLst/>
              <a:rect r="r" b="b" t="t" l="l"/>
              <a:pathLst>
                <a:path h="1884680" w="5998210">
                  <a:moveTo>
                    <a:pt x="12700" y="0"/>
                  </a:moveTo>
                  <a:lnTo>
                    <a:pt x="5998210" y="0"/>
                  </a:lnTo>
                  <a:lnTo>
                    <a:pt x="5998210" y="1884680"/>
                  </a:lnTo>
                  <a:lnTo>
                    <a:pt x="0" y="1884680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71980"/>
                  </a:lnTo>
                  <a:lnTo>
                    <a:pt x="12700" y="1871980"/>
                  </a:lnTo>
                  <a:lnTo>
                    <a:pt x="12700" y="1859280"/>
                  </a:lnTo>
                  <a:lnTo>
                    <a:pt x="5985510" y="1859280"/>
                  </a:lnTo>
                  <a:lnTo>
                    <a:pt x="5985510" y="1871980"/>
                  </a:lnTo>
                  <a:lnTo>
                    <a:pt x="5972810" y="1871980"/>
                  </a:lnTo>
                  <a:lnTo>
                    <a:pt x="5972810" y="12700"/>
                  </a:lnTo>
                  <a:lnTo>
                    <a:pt x="5985510" y="12700"/>
                  </a:lnTo>
                  <a:lnTo>
                    <a:pt x="598551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71544" y="184937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53370" y="1412891"/>
            <a:ext cx="5116963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Deﬁning Button component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56827" y="13290356"/>
            <a:ext cx="12574962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https://gist.github.com/hkirat/8801c2cfad70853decd0ad1759d4e63c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305787" y="8220218"/>
            <a:ext cx="4748879" cy="560451"/>
            <a:chOff x="0" y="0"/>
            <a:chExt cx="4748886" cy="560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8911" cy="560451"/>
            </a:xfrm>
            <a:custGeom>
              <a:avLst/>
              <a:gdLst/>
              <a:ahLst/>
              <a:cxnLst/>
              <a:rect r="r" b="b" t="t" l="l"/>
              <a:pathLst>
                <a:path h="560451" w="4748911">
                  <a:moveTo>
                    <a:pt x="12700" y="0"/>
                  </a:moveTo>
                  <a:lnTo>
                    <a:pt x="4748911" y="0"/>
                  </a:lnTo>
                  <a:lnTo>
                    <a:pt x="4748911" y="560451"/>
                  </a:lnTo>
                  <a:lnTo>
                    <a:pt x="0" y="560451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7751"/>
                  </a:lnTo>
                  <a:lnTo>
                    <a:pt x="12700" y="547751"/>
                  </a:lnTo>
                  <a:lnTo>
                    <a:pt x="12700" y="535051"/>
                  </a:lnTo>
                  <a:lnTo>
                    <a:pt x="4736211" y="535051"/>
                  </a:lnTo>
                  <a:lnTo>
                    <a:pt x="4736211" y="547751"/>
                  </a:lnTo>
                  <a:lnTo>
                    <a:pt x="4723511" y="547751"/>
                  </a:lnTo>
                  <a:lnTo>
                    <a:pt x="4723511" y="12700"/>
                  </a:lnTo>
                  <a:lnTo>
                    <a:pt x="4736211" y="12700"/>
                  </a:lnTo>
                  <a:lnTo>
                    <a:pt x="473621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65368" y="1986658"/>
            <a:ext cx="10046846" cy="10974819"/>
          </a:xfrm>
          <a:custGeom>
            <a:avLst/>
            <a:gdLst/>
            <a:ahLst/>
            <a:cxnLst/>
            <a:rect r="r" b="b" t="t" l="l"/>
            <a:pathLst>
              <a:path h="10974819" w="10046846">
                <a:moveTo>
                  <a:pt x="0" y="0"/>
                </a:moveTo>
                <a:lnTo>
                  <a:pt x="10046846" y="0"/>
                </a:lnTo>
                <a:lnTo>
                  <a:pt x="10046846" y="10974819"/>
                </a:lnTo>
                <a:lnTo>
                  <a:pt x="0" y="1097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8819" y="1994983"/>
            <a:ext cx="8477155" cy="11031484"/>
          </a:xfrm>
          <a:custGeom>
            <a:avLst/>
            <a:gdLst/>
            <a:ahLst/>
            <a:cxnLst/>
            <a:rect r="r" b="b" t="t" l="l"/>
            <a:pathLst>
              <a:path h="11031484" w="8477155">
                <a:moveTo>
                  <a:pt x="0" y="0"/>
                </a:moveTo>
                <a:lnTo>
                  <a:pt x="8477155" y="0"/>
                </a:lnTo>
                <a:lnTo>
                  <a:pt x="8477155" y="11031483"/>
                </a:lnTo>
                <a:lnTo>
                  <a:pt x="0" y="11031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25457" y="6211529"/>
            <a:ext cx="3613728" cy="395373"/>
            <a:chOff x="0" y="0"/>
            <a:chExt cx="3613722" cy="395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3785" cy="395351"/>
            </a:xfrm>
            <a:custGeom>
              <a:avLst/>
              <a:gdLst/>
              <a:ahLst/>
              <a:cxnLst/>
              <a:rect r="r" b="b" t="t" l="l"/>
              <a:pathLst>
                <a:path h="395351" w="3613785">
                  <a:moveTo>
                    <a:pt x="12700" y="0"/>
                  </a:moveTo>
                  <a:lnTo>
                    <a:pt x="3613785" y="0"/>
                  </a:lnTo>
                  <a:lnTo>
                    <a:pt x="3613785" y="395351"/>
                  </a:lnTo>
                  <a:lnTo>
                    <a:pt x="0" y="395351"/>
                  </a:lnTo>
                  <a:lnTo>
                    <a:pt x="0" y="0"/>
                  </a:lnTo>
                  <a:lnTo>
                    <a:pt x="12700" y="0"/>
                  </a:ln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2651"/>
                  </a:lnTo>
                  <a:lnTo>
                    <a:pt x="12700" y="382651"/>
                  </a:lnTo>
                  <a:lnTo>
                    <a:pt x="12700" y="369951"/>
                  </a:lnTo>
                  <a:lnTo>
                    <a:pt x="3601085" y="369951"/>
                  </a:lnTo>
                  <a:lnTo>
                    <a:pt x="3601085" y="382651"/>
                  </a:lnTo>
                  <a:lnTo>
                    <a:pt x="3588385" y="382651"/>
                  </a:lnTo>
                  <a:lnTo>
                    <a:pt x="3588385" y="12700"/>
                  </a:lnTo>
                  <a:lnTo>
                    <a:pt x="3601085" y="12700"/>
                  </a:lnTo>
                  <a:lnTo>
                    <a:pt x="360108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220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971544" y="184937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1929" y="1412891"/>
            <a:ext cx="371326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Triggering re-render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6827" y="13290356"/>
            <a:ext cx="12574962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https://gist.github.com/hkirat/8801c2cfad70853decd0ad1759d4e63c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473" y="1986658"/>
            <a:ext cx="10046846" cy="10974819"/>
          </a:xfrm>
          <a:custGeom>
            <a:avLst/>
            <a:gdLst/>
            <a:ahLst/>
            <a:cxnLst/>
            <a:rect r="r" b="b" t="t" l="l"/>
            <a:pathLst>
              <a:path h="10974819" w="10046846">
                <a:moveTo>
                  <a:pt x="0" y="0"/>
                </a:moveTo>
                <a:lnTo>
                  <a:pt x="10046846" y="0"/>
                </a:lnTo>
                <a:lnTo>
                  <a:pt x="10046846" y="10974819"/>
                </a:lnTo>
                <a:lnTo>
                  <a:pt x="0" y="1097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3987" y="3464519"/>
            <a:ext cx="11692204" cy="8019088"/>
          </a:xfrm>
          <a:custGeom>
            <a:avLst/>
            <a:gdLst/>
            <a:ahLst/>
            <a:cxnLst/>
            <a:rect r="r" b="b" t="t" l="l"/>
            <a:pathLst>
              <a:path h="8019088" w="11692204">
                <a:moveTo>
                  <a:pt x="0" y="0"/>
                </a:moveTo>
                <a:lnTo>
                  <a:pt x="11692204" y="0"/>
                </a:lnTo>
                <a:lnTo>
                  <a:pt x="11692204" y="8019088"/>
                </a:lnTo>
                <a:lnTo>
                  <a:pt x="0" y="8019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1544" y="184937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175" y="13170370"/>
            <a:ext cx="12574962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https://gist.github.com/hkirat/8801c2cfad70853decd0ad1759d4e63c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9694" y="1412891"/>
            <a:ext cx="910342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Jsx syntax is a cleaner way to wrote components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07978" y="5037830"/>
            <a:ext cx="14616998" cy="2914698"/>
          </a:xfrm>
          <a:custGeom>
            <a:avLst/>
            <a:gdLst/>
            <a:ahLst/>
            <a:cxnLst/>
            <a:rect r="r" b="b" t="t" l="l"/>
            <a:pathLst>
              <a:path h="2914698" w="14616998">
                <a:moveTo>
                  <a:pt x="0" y="0"/>
                </a:moveTo>
                <a:lnTo>
                  <a:pt x="14616998" y="0"/>
                </a:lnTo>
                <a:lnTo>
                  <a:pt x="14616998" y="2914697"/>
                </a:lnTo>
                <a:lnTo>
                  <a:pt x="0" y="2914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1544" y="184937"/>
            <a:ext cx="15537809" cy="10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equivalent code in React looks like this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0985" y="1412891"/>
            <a:ext cx="2021986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jsx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9173579"/>
            <a:ext cx="23480897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https://gist.github.com/hkirat/dcc85803a20639826bf8f64c6be24a31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DAGStTo7_1Y</dc:identifier>
  <dcterms:modified xsi:type="dcterms:W3CDTF">2011-08-01T06:04:30Z</dcterms:modified>
  <cp:revision>1</cp:revision>
  <dc:title>5.1-1.pdf</dc:title>
</cp:coreProperties>
</file>